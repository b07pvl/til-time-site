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610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12.03.2024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audio" Target="file:///C:\Users\ruste\OneDrive\&#1056;&#1072;&#1073;&#1086;&#1095;&#1080;&#1081;%20&#1089;&#1090;&#1086;&#1083;\&#1043;&#1086;&#1083;&#1086;&#1089;%20006%20&#1057;&#1091;.m4a" TargetMode="Externa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audio" Target="file:///C:\Users\ruste\OneDrive\&#1056;&#1072;&#1073;&#1086;&#1095;&#1080;&#1081;%20&#1089;&#1090;&#1086;&#1083;\&#1043;&#1086;&#1083;&#1086;&#1089;%20004&#1057;&#1059;&#1058;.m4a" TargetMode="External"/><Relationship Id="rId16" Type="http://schemas.openxmlformats.org/officeDocument/2006/relationships/image" Target="../media/image10.png"/><Relationship Id="rId1" Type="http://schemas.openxmlformats.org/officeDocument/2006/relationships/audio" Target="file:///C:\Users\ruste\OneDrive\&#1056;&#1072;&#1073;&#1086;&#1095;&#1080;&#1081;%20&#1089;&#1090;&#1086;&#1083;\&#1043;&#1086;&#1083;&#1086;&#1089;%20005&#1040;&#1081;&#1088;&#1072;&#1085;.m4a" TargetMode="Externa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.png"/><Relationship Id="rId5" Type="http://schemas.openxmlformats.org/officeDocument/2006/relationships/audio" Target="file:///C:\Users\ruste\OneDrive\&#1056;&#1072;&#1073;&#1086;&#1095;&#1080;&#1081;%20&#1089;&#1090;&#1086;&#1083;\&#1043;&#1086;&#1083;&#1086;&#1089;%20002%20&#1064;9&#1073;&#1072;&#1090;.m4a" TargetMode="External"/><Relationship Id="rId15" Type="http://schemas.openxmlformats.org/officeDocument/2006/relationships/image" Target="../media/image9.png"/><Relationship Id="rId10" Type="http://schemas.openxmlformats.org/officeDocument/2006/relationships/image" Target="../media/image4.jpeg"/><Relationship Id="rId4" Type="http://schemas.openxmlformats.org/officeDocument/2006/relationships/audio" Target="file:///C:\Users\ruste\OneDrive\&#1056;&#1072;&#1073;&#1086;&#1095;&#1080;&#1081;%20&#1089;&#1090;&#1086;&#1083;\&#1043;&#1086;&#1083;&#1086;&#1089;%20003&#1050;&#1099;&#1084;&#1099;&#1079;.m4a" TargetMode="External"/><Relationship Id="rId9" Type="http://schemas.openxmlformats.org/officeDocument/2006/relationships/image" Target="../media/image3.jpeg"/><Relationship Id="rId1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image" Target="../media/image15.jpe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image" Target="../media/image14.jpeg"/><Relationship Id="rId4" Type="http://schemas.openxmlformats.org/officeDocument/2006/relationships/image" Target="../media/image11.jpeg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5.png"/><Relationship Id="rId18" Type="http://schemas.openxmlformats.org/officeDocument/2006/relationships/image" Target="../media/image9.png"/><Relationship Id="rId3" Type="http://schemas.openxmlformats.org/officeDocument/2006/relationships/audio" Target="file:///C:\Users\ruste\OneDrive\&#1056;&#1072;&#1073;&#1086;&#1095;&#1080;&#1081;%20&#1089;&#1090;&#1086;&#1083;\&#1043;&#1086;&#1083;&#1086;&#1089;%20009%20&#1072;&#1081;&#1088;&#1072;&#1085;%20&#1087;&#1080;&#1090;&#1100;.m4a" TargetMode="External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audio" Target="file:///C:\Users\ruste\OneDrive\&#1056;&#1072;&#1073;&#1086;&#1095;&#1080;&#1081;%20&#1089;&#1090;&#1086;&#1083;\&#1043;&#1086;&#1083;&#1086;&#1089;%20008%20&#1082;&#1099;&#1084;&#1099;&#1079;%20&#1087;&#1080;&#1090;&#1100;.m4a" TargetMode="External"/><Relationship Id="rId16" Type="http://schemas.openxmlformats.org/officeDocument/2006/relationships/image" Target="../media/image26.png"/><Relationship Id="rId1" Type="http://schemas.openxmlformats.org/officeDocument/2006/relationships/audio" Target="file:///C:\Users\ruste\OneDrive\&#1056;&#1072;&#1073;&#1086;&#1095;&#1080;&#1081;%20&#1089;&#1090;&#1086;&#1083;\&#1043;&#1086;&#1083;&#1086;&#1089;%20007%20&#1057;&#1091;%20&#1087;&#1080;&#1090;&#1100;.m4a" TargetMode="Externa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3.png"/><Relationship Id="rId5" Type="http://schemas.openxmlformats.org/officeDocument/2006/relationships/audio" Target="file:///C:\Users\ruste\OneDrive\&#1056;&#1072;&#1073;&#1086;&#1095;&#1080;&#1081;%20&#1089;&#1090;&#1086;&#1083;\&#1043;&#1086;&#1083;&#1086;&#1089;%20011%20&#1087;&#1080;&#1090;&#1100;%20&#1096;&#1091;&#1073;&#1072;&#1090;.m4a" TargetMode="External"/><Relationship Id="rId15" Type="http://schemas.openxmlformats.org/officeDocument/2006/relationships/image" Target="../media/image8.jpeg"/><Relationship Id="rId10" Type="http://schemas.openxmlformats.org/officeDocument/2006/relationships/image" Target="../media/image7.png"/><Relationship Id="rId19" Type="http://schemas.openxmlformats.org/officeDocument/2006/relationships/image" Target="../media/image10.png"/><Relationship Id="rId4" Type="http://schemas.openxmlformats.org/officeDocument/2006/relationships/audio" Target="file:///C:\Users\ruste\OneDrive\&#1056;&#1072;&#1073;&#1086;&#1095;&#1080;&#1081;%20&#1089;&#1090;&#1086;&#1083;\&#1043;&#1086;&#1083;&#1086;&#1089;%20010%20&#1087;&#1080;&#1090;&#1100;%20&#1089;&#1091;&#1090;.m4a" TargetMode="External"/><Relationship Id="rId9" Type="http://schemas.openxmlformats.org/officeDocument/2006/relationships/image" Target="../media/image22.png"/><Relationship Id="rId1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Голос 005Айран.m4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7" cstate="print"/>
          <a:stretch>
            <a:fillRect/>
          </a:stretch>
        </p:blipFill>
        <p:spPr>
          <a:xfrm>
            <a:off x="8286776" y="4143380"/>
            <a:ext cx="390618" cy="360040"/>
          </a:xfrm>
          <a:prstGeom prst="rect">
            <a:avLst/>
          </a:prstGeom>
        </p:spPr>
      </p:pic>
      <p:pic>
        <p:nvPicPr>
          <p:cNvPr id="13" name="Голос 004СУТ.m4a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8" cstate="print"/>
          <a:stretch>
            <a:fillRect/>
          </a:stretch>
        </p:blipFill>
        <p:spPr>
          <a:xfrm>
            <a:off x="3286116" y="4000504"/>
            <a:ext cx="304800" cy="3048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СУСЫНДАР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Содержимое 4" descr="water-addict.jpg"/>
          <p:cNvPicPr>
            <a:picLocks noGrp="1" noChangeAspect="1"/>
          </p:cNvPicPr>
          <p:nvPr>
            <p:ph idx="1"/>
          </p:nvPr>
        </p:nvPicPr>
        <p:blipFill>
          <a:blip r:embed="rId9" cstate="print"/>
          <a:srcRect l="30000" r="16667" b="8228"/>
          <a:stretch>
            <a:fillRect/>
          </a:stretch>
        </p:blipFill>
        <p:spPr>
          <a:xfrm>
            <a:off x="642910" y="1142984"/>
            <a:ext cx="1152128" cy="2952328"/>
          </a:xfrm>
        </p:spPr>
      </p:pic>
      <p:pic>
        <p:nvPicPr>
          <p:cNvPr id="6" name="Рисунок 5" descr="milk-carton-and-glass-vector-29986638.jpg"/>
          <p:cNvPicPr>
            <a:picLocks noChangeAspect="1"/>
          </p:cNvPicPr>
          <p:nvPr/>
        </p:nvPicPr>
        <p:blipFill>
          <a:blip r:embed="rId10" cstate="print"/>
          <a:srcRect l="14175" r="10226" b="10625"/>
          <a:stretch>
            <a:fillRect/>
          </a:stretch>
        </p:blipFill>
        <p:spPr>
          <a:xfrm>
            <a:off x="3203848" y="1052736"/>
            <a:ext cx="2304256" cy="2942064"/>
          </a:xfrm>
          <a:prstGeom prst="rect">
            <a:avLst/>
          </a:prstGeom>
        </p:spPr>
      </p:pic>
      <p:pic>
        <p:nvPicPr>
          <p:cNvPr id="11" name="Голос 006 Су.m4a">
            <a:hlinkClick r:id="" action="ppaction://media"/>
          </p:cNvPr>
          <p:cNvPicPr>
            <a:picLocks noRot="1" noChangeAspect="1"/>
          </p:cNvPicPr>
          <p:nvPr>
            <a:audioFile r:link="rId3"/>
          </p:nvPr>
        </p:nvPicPr>
        <p:blipFill>
          <a:blip r:embed="rId11" cstate="print"/>
          <a:stretch>
            <a:fillRect/>
          </a:stretch>
        </p:blipFill>
        <p:spPr>
          <a:xfrm>
            <a:off x="428596" y="3786190"/>
            <a:ext cx="304800" cy="304800"/>
          </a:xfrm>
          <a:prstGeom prst="rect">
            <a:avLst/>
          </a:prstGeom>
        </p:spPr>
      </p:pic>
      <p:pic>
        <p:nvPicPr>
          <p:cNvPr id="14" name="Голос 003Кымыз.m4a">
            <a:hlinkClick r:id="" action="ppaction://media"/>
          </p:cNvPr>
          <p:cNvPicPr>
            <a:picLocks noRot="1" noChangeAspect="1"/>
          </p:cNvPicPr>
          <p:nvPr>
            <a:audioFile r:link="rId4"/>
          </p:nvPr>
        </p:nvPicPr>
        <p:blipFill>
          <a:blip r:embed="rId12" cstate="print"/>
          <a:stretch>
            <a:fillRect/>
          </a:stretch>
        </p:blipFill>
        <p:spPr>
          <a:xfrm>
            <a:off x="971600" y="5949280"/>
            <a:ext cx="304800" cy="304800"/>
          </a:xfrm>
          <a:prstGeom prst="rect">
            <a:avLst/>
          </a:prstGeom>
        </p:spPr>
      </p:pic>
      <p:pic>
        <p:nvPicPr>
          <p:cNvPr id="15" name="Голос 002 Ш9бат.m4a">
            <a:hlinkClick r:id="" action="ppaction://media"/>
          </p:cNvPr>
          <p:cNvPicPr>
            <a:picLocks noRot="1" noChangeAspect="1"/>
          </p:cNvPicPr>
          <p:nvPr>
            <a:audioFile r:link="rId5"/>
          </p:nvPr>
        </p:nvPicPr>
        <p:blipFill>
          <a:blip r:embed="rId13" cstate="print"/>
          <a:stretch>
            <a:fillRect/>
          </a:stretch>
        </p:blipFill>
        <p:spPr>
          <a:xfrm>
            <a:off x="4929190" y="6000768"/>
            <a:ext cx="304800" cy="360040"/>
          </a:xfrm>
          <a:prstGeom prst="rect">
            <a:avLst/>
          </a:prstGeom>
        </p:spPr>
      </p:pic>
      <p:pic>
        <p:nvPicPr>
          <p:cNvPr id="17" name="Содержимое 7" descr="photo_5436164961979193134_y.jpg"/>
          <p:cNvPicPr>
            <a:picLocks noChangeAspect="1"/>
          </p:cNvPicPr>
          <p:nvPr/>
        </p:nvPicPr>
        <p:blipFill>
          <a:blip r:embed="rId14"/>
          <a:srcRect l="32921" t="9470" r="34496" b="10031"/>
          <a:stretch>
            <a:fillRect/>
          </a:stretch>
        </p:blipFill>
        <p:spPr>
          <a:xfrm>
            <a:off x="1857356" y="3328122"/>
            <a:ext cx="1428760" cy="3529878"/>
          </a:xfrm>
          <a:prstGeom prst="rect">
            <a:avLst/>
          </a:prstGeom>
        </p:spPr>
      </p:pic>
      <p:pic>
        <p:nvPicPr>
          <p:cNvPr id="2050" name="Picture 2" descr="C:\Users\ruste\OneDrive\Рабочий стол\photo_5436164961979193127_x (1).png"/>
          <p:cNvPicPr>
            <a:picLocks noChangeAspect="1" noChangeArrowheads="1"/>
          </p:cNvPicPr>
          <p:nvPr/>
        </p:nvPicPr>
        <p:blipFill>
          <a:blip r:embed="rId15"/>
          <a:srcRect l="31513" r="27520"/>
          <a:stretch>
            <a:fillRect/>
          </a:stretch>
        </p:blipFill>
        <p:spPr bwMode="auto">
          <a:xfrm>
            <a:off x="5357818" y="3445535"/>
            <a:ext cx="1214445" cy="3269637"/>
          </a:xfrm>
          <a:prstGeom prst="rect">
            <a:avLst/>
          </a:prstGeom>
          <a:noFill/>
        </p:spPr>
      </p:pic>
      <p:pic>
        <p:nvPicPr>
          <p:cNvPr id="19" name="Рисунок 18" descr="kFBv95Hf7Es.png"/>
          <p:cNvPicPr>
            <a:picLocks noChangeAspect="1"/>
          </p:cNvPicPr>
          <p:nvPr/>
        </p:nvPicPr>
        <p:blipFill>
          <a:blip r:embed="rId16"/>
          <a:srcRect l="21781" r="12374"/>
          <a:stretch>
            <a:fillRect/>
          </a:stretch>
        </p:blipFill>
        <p:spPr>
          <a:xfrm>
            <a:off x="6215074" y="928670"/>
            <a:ext cx="2500330" cy="379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2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43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74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62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трелка влево 9">
            <a:hlinkClick r:id="rId2" action="ppaction://hlinksldjump"/>
          </p:cNvPr>
          <p:cNvSpPr/>
          <p:nvPr/>
        </p:nvSpPr>
        <p:spPr>
          <a:xfrm>
            <a:off x="8001024" y="578645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 descr="photo_5438356065315049901_y.jp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rcRect l="7170" t="13541"/>
          <a:stretch>
            <a:fillRect/>
          </a:stretch>
        </p:blipFill>
        <p:spPr>
          <a:xfrm>
            <a:off x="428596" y="1000108"/>
            <a:ext cx="2956391" cy="2136100"/>
          </a:xfrm>
          <a:prstGeom prst="rect">
            <a:avLst/>
          </a:prstGeom>
        </p:spPr>
      </p:pic>
      <p:pic>
        <p:nvPicPr>
          <p:cNvPr id="17" name="Рисунок 16" descr="photo_5438356065315049902_y.jp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rcRect l="4212" t="10416" r="12536" b="15625"/>
          <a:stretch>
            <a:fillRect/>
          </a:stretch>
        </p:blipFill>
        <p:spPr>
          <a:xfrm>
            <a:off x="3286116" y="2071678"/>
            <a:ext cx="2857520" cy="2028839"/>
          </a:xfrm>
          <a:prstGeom prst="rect">
            <a:avLst/>
          </a:prstGeom>
        </p:spPr>
      </p:pic>
      <p:pic>
        <p:nvPicPr>
          <p:cNvPr id="18" name="Рисунок 17" descr="photo_5438356065315049903_y.jp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rcRect l="1761" t="11458" r="9330" b="14583"/>
          <a:stretch>
            <a:fillRect/>
          </a:stretch>
        </p:blipFill>
        <p:spPr>
          <a:xfrm>
            <a:off x="6072198" y="1071546"/>
            <a:ext cx="2845444" cy="2000263"/>
          </a:xfrm>
          <a:prstGeom prst="rect">
            <a:avLst/>
          </a:prstGeom>
        </p:spPr>
      </p:pic>
      <p:pic>
        <p:nvPicPr>
          <p:cNvPr id="19" name="Рисунок 18" descr="photo_5438356065315049904_y.jp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rcRect l="2687" t="12500" r="8638" b="13541"/>
          <a:stretch>
            <a:fillRect/>
          </a:stretch>
        </p:blipFill>
        <p:spPr>
          <a:xfrm>
            <a:off x="857224" y="4071942"/>
            <a:ext cx="2857520" cy="2049332"/>
          </a:xfrm>
          <a:prstGeom prst="rect">
            <a:avLst/>
          </a:prstGeom>
        </p:spPr>
      </p:pic>
      <p:pic>
        <p:nvPicPr>
          <p:cNvPr id="20" name="Рисунок 19" descr="photo_5438356065315049905_y.jp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rcRect l="6972" r="6972" b="26041"/>
          <a:stretch>
            <a:fillRect/>
          </a:stretch>
        </p:blipFill>
        <p:spPr>
          <a:xfrm>
            <a:off x="5143504" y="4143380"/>
            <a:ext cx="2801188" cy="2071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СҮТ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Содержимое 4" descr="milk-carton-and-glass-vector-29986638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b="8681"/>
          <a:stretch>
            <a:fillRect/>
          </a:stretch>
        </p:blipFill>
        <p:spPr>
          <a:xfrm>
            <a:off x="1928794" y="1714488"/>
            <a:ext cx="4190706" cy="4133056"/>
          </a:xfrm>
        </p:spPr>
      </p:pic>
      <p:sp>
        <p:nvSpPr>
          <p:cNvPr id="4" name="Стрелка влево 3">
            <a:hlinkClick r:id="rId3" action="ppaction://hlinksldjump"/>
          </p:cNvPr>
          <p:cNvSpPr/>
          <p:nvPr/>
        </p:nvSpPr>
        <p:spPr>
          <a:xfrm>
            <a:off x="7812360" y="580526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photo_5438356065315049901_y.jp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rcRect l="7170" t="13541"/>
          <a:stretch>
            <a:fillRect/>
          </a:stretch>
        </p:blipFill>
        <p:spPr>
          <a:xfrm>
            <a:off x="4357686" y="3571876"/>
            <a:ext cx="2956391" cy="213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АЙРАН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трелка влево 3">
            <a:hlinkClick r:id="rId2" action="ppaction://hlinksldjump"/>
          </p:cNvPr>
          <p:cNvSpPr/>
          <p:nvPr/>
        </p:nvSpPr>
        <p:spPr>
          <a:xfrm>
            <a:off x="7812360" y="580526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Содержимое 5" descr="kFBv95Hf7Es.png"/>
          <p:cNvPicPr>
            <a:picLocks noGrp="1" noChangeAspect="1"/>
          </p:cNvPicPr>
          <p:nvPr>
            <p:ph idx="1"/>
          </p:nvPr>
        </p:nvPicPr>
        <p:blipFill>
          <a:blip r:embed="rId3"/>
          <a:srcRect l="55524" r="12118"/>
          <a:stretch>
            <a:fillRect/>
          </a:stretch>
        </p:blipFill>
        <p:spPr>
          <a:xfrm>
            <a:off x="4572000" y="1357298"/>
            <a:ext cx="1571636" cy="4857131"/>
          </a:xfrm>
        </p:spPr>
      </p:pic>
      <p:pic>
        <p:nvPicPr>
          <p:cNvPr id="9" name="Рисунок 8" descr="photo_5440607865128735455_x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4637" t="11598" r="14986" b="18814"/>
          <a:stretch>
            <a:fillRect/>
          </a:stretch>
        </p:blipFill>
        <p:spPr>
          <a:xfrm>
            <a:off x="2143108" y="3357562"/>
            <a:ext cx="2786082" cy="1928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СУ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water-addic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24324" r="8108"/>
          <a:stretch>
            <a:fillRect/>
          </a:stretch>
        </p:blipFill>
        <p:spPr>
          <a:xfrm>
            <a:off x="3275856" y="1484784"/>
            <a:ext cx="2088232" cy="4602496"/>
          </a:xfrm>
        </p:spPr>
      </p:pic>
      <p:sp>
        <p:nvSpPr>
          <p:cNvPr id="5" name="Стрелка влево 4">
            <a:hlinkClick r:id="rId3" action="ppaction://hlinksldjump"/>
          </p:cNvPr>
          <p:cNvSpPr/>
          <p:nvPr/>
        </p:nvSpPr>
        <p:spPr>
          <a:xfrm>
            <a:off x="7812360" y="580526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photo_5438356065315049903_y.jp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rcRect l="1761" t="11458" r="9330" b="14583"/>
          <a:stretch>
            <a:fillRect/>
          </a:stretch>
        </p:blipFill>
        <p:spPr>
          <a:xfrm>
            <a:off x="4929190" y="3500438"/>
            <a:ext cx="2845444" cy="20002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ШҰБАТ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трелка влево 3">
            <a:hlinkClick r:id="rId2" action="ppaction://hlinksldjump"/>
          </p:cNvPr>
          <p:cNvSpPr/>
          <p:nvPr/>
        </p:nvSpPr>
        <p:spPr>
          <a:xfrm>
            <a:off x="7812360" y="580526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Picture 3" descr="C:\Users\ruste\OneDrive\Рабочий стол\photo_5436164961979193127_x (1).jpg"/>
          <p:cNvPicPr>
            <a:picLocks noChangeAspect="1" noChangeArrowheads="1"/>
          </p:cNvPicPr>
          <p:nvPr/>
        </p:nvPicPr>
        <p:blipFill>
          <a:blip r:embed="rId3"/>
          <a:srcRect l="29911" r="27547"/>
          <a:stretch>
            <a:fillRect/>
          </a:stretch>
        </p:blipFill>
        <p:spPr bwMode="auto">
          <a:xfrm>
            <a:off x="1714480" y="1571612"/>
            <a:ext cx="1714512" cy="4444998"/>
          </a:xfrm>
          <a:prstGeom prst="rect">
            <a:avLst/>
          </a:prstGeom>
          <a:noFill/>
        </p:spPr>
      </p:pic>
      <p:pic>
        <p:nvPicPr>
          <p:cNvPr id="6" name="Рисунок 5" descr="photo_5438356065315049904_y.jp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rcRect l="4904" t="17656" r="8638" b="13541"/>
          <a:stretch>
            <a:fillRect/>
          </a:stretch>
        </p:blipFill>
        <p:spPr>
          <a:xfrm>
            <a:off x="3643306" y="3786190"/>
            <a:ext cx="2786082" cy="1906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ҚЫМЫЗ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трелка влево 3">
            <a:hlinkClick r:id="rId2" action="ppaction://hlinksldjump"/>
          </p:cNvPr>
          <p:cNvSpPr/>
          <p:nvPr/>
        </p:nvSpPr>
        <p:spPr>
          <a:xfrm>
            <a:off x="7812360" y="580526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Содержимое 7" descr="photo_5436164961979193134_y.jpg"/>
          <p:cNvPicPr>
            <a:picLocks noGrp="1" noChangeAspect="1"/>
          </p:cNvPicPr>
          <p:nvPr>
            <p:ph idx="1"/>
          </p:nvPr>
        </p:nvPicPr>
        <p:blipFill>
          <a:blip r:embed="rId3"/>
          <a:srcRect l="25254" t="9470" r="32611" b="10031"/>
          <a:stretch>
            <a:fillRect/>
          </a:stretch>
        </p:blipFill>
        <p:spPr>
          <a:xfrm>
            <a:off x="1785918" y="1500174"/>
            <a:ext cx="2643206" cy="5049871"/>
          </a:xfrm>
        </p:spPr>
      </p:pic>
      <p:pic>
        <p:nvPicPr>
          <p:cNvPr id="7" name="Рисунок 6" descr="photo_5438356065315049905_y.jp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rcRect l="6972" r="6972" b="26041"/>
          <a:stretch>
            <a:fillRect/>
          </a:stretch>
        </p:blipFill>
        <p:spPr>
          <a:xfrm>
            <a:off x="4071934" y="3643314"/>
            <a:ext cx="2801188" cy="2071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Содержимое 4" descr="milk-carton-and-glass-vector-29986638.png"/>
          <p:cNvPicPr>
            <a:picLocks noChangeAspect="1"/>
          </p:cNvPicPr>
          <p:nvPr/>
        </p:nvPicPr>
        <p:blipFill>
          <a:blip r:embed="rId7" cstate="print"/>
          <a:srcRect b="8681"/>
          <a:stretch>
            <a:fillRect/>
          </a:stretch>
        </p:blipFill>
        <p:spPr>
          <a:xfrm>
            <a:off x="714348" y="1428736"/>
            <a:ext cx="1854309" cy="1828800"/>
          </a:xfrm>
          <a:prstGeom prst="rect">
            <a:avLst/>
          </a:prstGeom>
        </p:spPr>
      </p:pic>
      <p:pic>
        <p:nvPicPr>
          <p:cNvPr id="7" name="Содержимое 3" descr="water-addic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929322" y="714356"/>
            <a:ext cx="1512168" cy="2251920"/>
          </a:xfrm>
          <a:prstGeom prst="rect">
            <a:avLst/>
          </a:prstGeom>
        </p:spPr>
      </p:pic>
      <p:pic>
        <p:nvPicPr>
          <p:cNvPr id="12" name="Голос 007 Су пить.m4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9" cstate="print"/>
          <a:stretch>
            <a:fillRect/>
          </a:stretch>
        </p:blipFill>
        <p:spPr>
          <a:xfrm>
            <a:off x="7524328" y="1988840"/>
            <a:ext cx="304800" cy="304800"/>
          </a:xfrm>
          <a:prstGeom prst="rect">
            <a:avLst/>
          </a:prstGeom>
        </p:spPr>
      </p:pic>
      <p:pic>
        <p:nvPicPr>
          <p:cNvPr id="13" name="Голос 008 кымыз пить.m4a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10" cstate="print"/>
          <a:stretch>
            <a:fillRect/>
          </a:stretch>
        </p:blipFill>
        <p:spPr>
          <a:xfrm>
            <a:off x="1357290" y="6286520"/>
            <a:ext cx="304800" cy="304800"/>
          </a:xfrm>
          <a:prstGeom prst="rect">
            <a:avLst/>
          </a:prstGeom>
        </p:spPr>
      </p:pic>
      <p:pic>
        <p:nvPicPr>
          <p:cNvPr id="14" name="Голос 009 айран пить.m4a">
            <a:hlinkClick r:id="" action="ppaction://media"/>
          </p:cNvPr>
          <p:cNvPicPr>
            <a:picLocks noRot="1" noChangeAspect="1"/>
          </p:cNvPicPr>
          <p:nvPr>
            <a:audioFile r:link="rId3"/>
          </p:nvPr>
        </p:nvPicPr>
        <p:blipFill>
          <a:blip r:embed="rId11" cstate="print"/>
          <a:stretch>
            <a:fillRect/>
          </a:stretch>
        </p:blipFill>
        <p:spPr>
          <a:xfrm>
            <a:off x="8643966" y="5072074"/>
            <a:ext cx="304800" cy="304800"/>
          </a:xfrm>
          <a:prstGeom prst="rect">
            <a:avLst/>
          </a:prstGeom>
        </p:spPr>
      </p:pic>
      <p:pic>
        <p:nvPicPr>
          <p:cNvPr id="15" name="Голос 010 пить сут.m4a">
            <a:hlinkClick r:id="" action="ppaction://media"/>
          </p:cNvPr>
          <p:cNvPicPr>
            <a:picLocks noRot="1" noChangeAspect="1"/>
          </p:cNvPicPr>
          <p:nvPr>
            <a:audioFile r:link="rId4"/>
          </p:nvPr>
        </p:nvPicPr>
        <p:blipFill>
          <a:blip r:embed="rId12" cstate="print"/>
          <a:stretch>
            <a:fillRect/>
          </a:stretch>
        </p:blipFill>
        <p:spPr>
          <a:xfrm>
            <a:off x="357158" y="2786058"/>
            <a:ext cx="304800" cy="304800"/>
          </a:xfrm>
          <a:prstGeom prst="rect">
            <a:avLst/>
          </a:prstGeom>
        </p:spPr>
      </p:pic>
      <p:pic>
        <p:nvPicPr>
          <p:cNvPr id="16" name="Голос 011 пить шубат.m4a">
            <a:hlinkClick r:id="" action="ppaction://media"/>
          </p:cNvPr>
          <p:cNvPicPr>
            <a:picLocks noRot="1" noChangeAspect="1"/>
          </p:cNvPicPr>
          <p:nvPr>
            <a:audioFile r:link="rId5"/>
          </p:nvPr>
        </p:nvPicPr>
        <p:blipFill>
          <a:blip r:embed="rId13" cstate="print"/>
          <a:stretch>
            <a:fillRect/>
          </a:stretch>
        </p:blipFill>
        <p:spPr>
          <a:xfrm>
            <a:off x="6357950" y="6143644"/>
            <a:ext cx="304800" cy="304800"/>
          </a:xfrm>
          <a:prstGeom prst="rect">
            <a:avLst/>
          </a:prstGeom>
        </p:spPr>
      </p:pic>
      <p:sp>
        <p:nvSpPr>
          <p:cNvPr id="17" name="Стрелка влево 16">
            <a:hlinkClick r:id="rId14" action="ppaction://hlinksldjump"/>
          </p:cNvPr>
          <p:cNvSpPr/>
          <p:nvPr/>
        </p:nvSpPr>
        <p:spPr>
          <a:xfrm>
            <a:off x="7884368" y="6237312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Содержимое 7" descr="photo_5436164961979193134_y.jpg"/>
          <p:cNvPicPr>
            <a:picLocks noChangeAspect="1"/>
          </p:cNvPicPr>
          <p:nvPr/>
        </p:nvPicPr>
        <p:blipFill>
          <a:blip r:embed="rId15"/>
          <a:srcRect l="31962" t="9470" r="32260" b="10031"/>
          <a:stretch>
            <a:fillRect/>
          </a:stretch>
        </p:blipFill>
        <p:spPr>
          <a:xfrm>
            <a:off x="55531" y="3714752"/>
            <a:ext cx="1301759" cy="2928958"/>
          </a:xfrm>
          <a:prstGeom prst="rect">
            <a:avLst/>
          </a:prstGeom>
        </p:spPr>
      </p:pic>
      <p:pic>
        <p:nvPicPr>
          <p:cNvPr id="19" name="Рисунок 18" descr="photo_5436164961979193133_x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43042" y="4357670"/>
            <a:ext cx="2500330" cy="2500330"/>
          </a:xfrm>
          <a:prstGeom prst="rect">
            <a:avLst/>
          </a:prstGeom>
        </p:spPr>
      </p:pic>
      <p:pic>
        <p:nvPicPr>
          <p:cNvPr id="21" name="Содержимое 20" descr="2024031022195357.png"/>
          <p:cNvPicPr>
            <a:picLocks noGrp="1" noChangeAspect="1"/>
          </p:cNvPicPr>
          <p:nvPr>
            <p:ph idx="1"/>
          </p:nvPr>
        </p:nvPicPr>
        <p:blipFill>
          <a:blip r:embed="rId17"/>
          <a:stretch>
            <a:fillRect/>
          </a:stretch>
        </p:blipFill>
        <p:spPr>
          <a:xfrm>
            <a:off x="2428860" y="500042"/>
            <a:ext cx="2808127" cy="4143403"/>
          </a:xfrm>
        </p:spPr>
      </p:pic>
      <p:pic>
        <p:nvPicPr>
          <p:cNvPr id="1028" name="Picture 4" descr="C:\Users\ruste\OneDrive\Рабочий стол\photo_5436164961979193127_x (1).png"/>
          <p:cNvPicPr>
            <a:picLocks noChangeAspect="1" noChangeArrowheads="1"/>
          </p:cNvPicPr>
          <p:nvPr/>
        </p:nvPicPr>
        <p:blipFill>
          <a:blip r:embed="rId18"/>
          <a:srcRect l="31513" r="27520"/>
          <a:stretch>
            <a:fillRect/>
          </a:stretch>
        </p:blipFill>
        <p:spPr bwMode="auto">
          <a:xfrm>
            <a:off x="5143504" y="3286124"/>
            <a:ext cx="1247126" cy="3357623"/>
          </a:xfrm>
          <a:prstGeom prst="rect">
            <a:avLst/>
          </a:prstGeom>
          <a:noFill/>
        </p:spPr>
      </p:pic>
      <p:pic>
        <p:nvPicPr>
          <p:cNvPr id="22" name="Содержимое 5" descr="kFBv95Hf7Es.png"/>
          <p:cNvPicPr>
            <a:picLocks noChangeAspect="1"/>
          </p:cNvPicPr>
          <p:nvPr/>
        </p:nvPicPr>
        <p:blipFill>
          <a:blip r:embed="rId19"/>
          <a:srcRect l="23167" r="12118"/>
          <a:stretch>
            <a:fillRect/>
          </a:stretch>
        </p:blipFill>
        <p:spPr>
          <a:xfrm>
            <a:off x="6286512" y="2428868"/>
            <a:ext cx="2428892" cy="3753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1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90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378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46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</Words>
  <Application>Microsoft Office PowerPoint</Application>
  <PresentationFormat>Экран (4:3)</PresentationFormat>
  <Paragraphs>6</Paragraphs>
  <Slides>8</Slides>
  <Notes>0</Notes>
  <HiddenSlides>0</HiddenSlides>
  <MMClips>10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СУСЫНДАР</vt:lpstr>
      <vt:lpstr>Слайд 2</vt:lpstr>
      <vt:lpstr>СҮТ</vt:lpstr>
      <vt:lpstr>АЙРАН</vt:lpstr>
      <vt:lpstr>СУ</vt:lpstr>
      <vt:lpstr>ШҰБАТ</vt:lpstr>
      <vt:lpstr>ҚЫМЫЗ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Гульжайнат Макульбекова</cp:lastModifiedBy>
  <cp:revision>26</cp:revision>
  <dcterms:created xsi:type="dcterms:W3CDTF">2024-03-11T13:52:32Z</dcterms:created>
  <dcterms:modified xsi:type="dcterms:W3CDTF">2024-03-12T09:55:21Z</dcterms:modified>
</cp:coreProperties>
</file>