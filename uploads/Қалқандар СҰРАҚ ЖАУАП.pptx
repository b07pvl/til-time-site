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Default Extension="wav" ContentType="audio/wav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59" r:id="rId3"/>
    <p:sldId id="258" r:id="rId4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996600"/>
    <a:srgbClr val="663300"/>
    <a:srgbClr val="2DB52D"/>
    <a:srgbClr val="006600"/>
    <a:srgbClr val="33CC33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1930" y="-43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Скругленный прямоугольник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418596" y="434162"/>
            <a:ext cx="8306809" cy="3108960"/>
          </a:xfrm>
          <a:prstGeom prst="roundRect">
            <a:avLst>
              <a:gd name="adj" fmla="val 4578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>
          <a:xfrm>
            <a:off x="722376" y="1820206"/>
            <a:ext cx="7772400" cy="1828800"/>
          </a:xfrm>
        </p:spPr>
        <p:txBody>
          <a:bodyPr lIns="45720" rIns="45720" bIns="45720"/>
          <a:lstStyle>
            <a:lvl1pPr algn="r">
              <a:defRPr sz="4500" b="1">
                <a:solidFill>
                  <a:schemeClr val="accent1">
                    <a:tint val="88000"/>
                    <a:satMod val="150000"/>
                  </a:schemeClr>
                </a:solidFill>
                <a:effectLst>
                  <a:outerShdw blurRad="53975" dist="22860" dir="5400000" algn="tl" rotWithShape="0">
                    <a:srgbClr val="000000">
                      <a:alpha val="5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20" name="Подзаголовок 19"/>
          <p:cNvSpPr>
            <a:spLocks noGrp="1"/>
          </p:cNvSpPr>
          <p:nvPr>
            <p:ph type="subTitle" idx="1"/>
          </p:nvPr>
        </p:nvSpPr>
        <p:spPr>
          <a:xfrm>
            <a:off x="722376" y="3685032"/>
            <a:ext cx="7772400" cy="914400"/>
          </a:xfrm>
        </p:spPr>
        <p:txBody>
          <a:bodyPr lIns="182880" tIns="0"/>
          <a:lstStyle>
            <a:lvl1pPr marL="36576" indent="0" algn="r">
              <a:spcBef>
                <a:spcPts val="0"/>
              </a:spcBef>
              <a:buNone/>
              <a:defRPr sz="2000">
                <a:solidFill>
                  <a:schemeClr val="bg2">
                    <a:shade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19" name="Дата 1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7DC0FD1-713F-48CC-A26C-408F4EA331F7}" type="datetimeFigureOut">
              <a:rPr lang="es-ES" smtClean="0"/>
              <a:pPr/>
              <a:t>01/02/2024</a:t>
            </a:fld>
            <a:endParaRPr lang="es-E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D7A904-7E0C-43A4-8FD9-1FB751D8AD2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2920" y="530352"/>
            <a:ext cx="8183880" cy="4187952"/>
          </a:xfrm>
        </p:spPr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7DC0FD1-713F-48CC-A26C-408F4EA331F7}" type="datetimeFigureOut">
              <a:rPr lang="es-ES" smtClean="0"/>
              <a:pPr/>
              <a:t>01/02/2024</a:t>
            </a:fld>
            <a:endParaRPr lang="es-E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D7A904-7E0C-43A4-8FD9-1FB751D8AD2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18596" y="434162"/>
            <a:ext cx="8306809" cy="4341329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68344" y="4928616"/>
            <a:ext cx="8183880" cy="676656"/>
          </a:xfrm>
        </p:spPr>
        <p:txBody>
          <a:bodyPr lIns="91440" bIns="0" anchor="b"/>
          <a:lstStyle>
            <a:lvl1pPr algn="l">
              <a:buNone/>
              <a:defRPr sz="3600" b="0" cap="none" baseline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68344" y="5624484"/>
            <a:ext cx="8183880" cy="420624"/>
          </a:xfrm>
        </p:spPr>
        <p:txBody>
          <a:bodyPr lIns="118872" tIns="0" anchor="t"/>
          <a:lstStyle>
            <a:lvl1pPr marL="0" marR="36576" indent="0" algn="l"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chemeClr val="accent1">
                    <a:shade val="50000"/>
                    <a:satMod val="110000"/>
                  </a:schemeClr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7DC0FD1-713F-48CC-A26C-408F4EA331F7}" type="datetimeFigureOut">
              <a:rPr lang="es-ES" smtClean="0"/>
              <a:pPr/>
              <a:t>01/02/2024</a:t>
            </a:fld>
            <a:endParaRPr lang="es-E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D7A904-7E0C-43A4-8FD9-1FB751D8AD2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514352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755360" y="530352"/>
            <a:ext cx="3931920" cy="4389120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7DC0FD1-713F-48CC-A26C-408F4EA331F7}" type="datetimeFigureOut">
              <a:rPr lang="es-ES" smtClean="0"/>
              <a:pPr/>
              <a:t>01/02/2024</a:t>
            </a:fld>
            <a:endParaRPr lang="es-E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D7A904-7E0C-43A4-8FD9-1FB751D8AD2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 anchor="b"/>
          <a:lstStyle>
            <a:lvl1pPr>
              <a:defRPr b="1"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7224" y="579438"/>
            <a:ext cx="3931920" cy="792162"/>
          </a:xfrm>
        </p:spPr>
        <p:txBody>
          <a:bodyPr lIns="146304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52169" y="579438"/>
            <a:ext cx="3931920" cy="792162"/>
          </a:xfrm>
        </p:spPr>
        <p:txBody>
          <a:bodyPr lIns="137160" anchor="ctr"/>
          <a:lstStyle>
            <a:lvl1pPr marL="0" indent="0" algn="l">
              <a:buNone/>
              <a:defRPr sz="2400" b="1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607224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52169" y="1447800"/>
            <a:ext cx="3931920" cy="3489960"/>
          </a:xfrm>
        </p:spPr>
        <p:txBody>
          <a:bodyPr anchor="t"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7DC0FD1-713F-48CC-A26C-408F4EA331F7}" type="datetimeFigureOut">
              <a:rPr lang="es-ES" smtClean="0"/>
              <a:pPr/>
              <a:t>01/02/2024</a:t>
            </a:fld>
            <a:endParaRPr lang="es-E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D7A904-7E0C-43A4-8FD9-1FB751D8AD2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7DC0FD1-713F-48CC-A26C-408F4EA331F7}" type="datetimeFigureOut">
              <a:rPr lang="es-ES" smtClean="0"/>
              <a:pPr/>
              <a:t>01/02/2024</a:t>
            </a:fld>
            <a:endParaRPr lang="es-E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D7A904-7E0C-43A4-8FD9-1FB751D8AD2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7DC0FD1-713F-48CC-A26C-408F4EA331F7}" type="datetimeFigureOut">
              <a:rPr lang="es-ES" smtClean="0"/>
              <a:pPr/>
              <a:t>01/02/2024</a:t>
            </a:fld>
            <a:endParaRPr lang="es-E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D7A904-7E0C-43A4-8FD9-1FB751D8AD2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538784" y="533400"/>
            <a:ext cx="2971800" cy="914400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5538847" y="1447802"/>
            <a:ext cx="2971800" cy="4206112"/>
          </a:xfrm>
        </p:spPr>
        <p:txBody>
          <a:bodyPr lIns="91440"/>
          <a:lstStyle>
            <a:lvl1pPr marL="18288" marR="18288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>
              <a:buNone/>
              <a:defRPr sz="1200">
                <a:solidFill>
                  <a:schemeClr val="tx1"/>
                </a:solidFill>
              </a:defRPr>
            </a:lvl2pPr>
            <a:lvl3pPr>
              <a:buNone/>
              <a:defRPr sz="1000">
                <a:solidFill>
                  <a:schemeClr val="tx1"/>
                </a:solidFill>
              </a:defRPr>
            </a:lvl3pPr>
            <a:lvl4pPr>
              <a:buNone/>
              <a:defRPr sz="900">
                <a:solidFill>
                  <a:schemeClr val="tx1"/>
                </a:solidFill>
              </a:defRPr>
            </a:lvl4pPr>
            <a:lvl5pPr>
              <a:buNone/>
              <a:defRPr sz="900">
                <a:solidFill>
                  <a:schemeClr val="tx1"/>
                </a:solidFill>
              </a:defRPr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761372" y="930144"/>
            <a:ext cx="4626159" cy="4724402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 sz="26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000">
                <a:solidFill>
                  <a:schemeClr val="tx1"/>
                </a:solidFill>
              </a:defRPr>
            </a:lvl4pPr>
            <a:lvl5pPr>
              <a:defRPr sz="2000">
                <a:solidFill>
                  <a:schemeClr val="tx1"/>
                </a:solidFill>
              </a:defRPr>
            </a:lvl5pPr>
            <a:lvl6pPr>
              <a:buNone/>
              <a:defRPr/>
            </a:lvl6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7DC0FD1-713F-48CC-A26C-408F4EA331F7}" type="datetimeFigureOut">
              <a:rPr lang="es-ES" smtClean="0"/>
              <a:pPr/>
              <a:t>01/02/2024</a:t>
            </a:fld>
            <a:endParaRPr lang="es-E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D7A904-7E0C-43A4-8FD9-1FB751D8AD2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Скругленный прямоугольник 14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с одним скругленным углом 10"/>
          <p:cNvSpPr/>
          <p:nvPr/>
        </p:nvSpPr>
        <p:spPr>
          <a:xfrm>
            <a:off x="6400800" y="434162"/>
            <a:ext cx="2324605" cy="4343400"/>
          </a:xfrm>
          <a:prstGeom prst="round1Rect">
            <a:avLst>
              <a:gd name="adj" fmla="val 2748"/>
            </a:avLst>
          </a:prstGeom>
          <a:solidFill>
            <a:srgbClr val="1C1C1C"/>
          </a:soli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12056"/>
            <a:ext cx="8229600" cy="1051560"/>
          </a:xfrm>
        </p:spPr>
        <p:txBody>
          <a:bodyPr anchor="t"/>
          <a:lstStyle>
            <a:lvl1pPr algn="l">
              <a:buNone/>
              <a:defRPr sz="3600" b="0">
                <a:solidFill>
                  <a:schemeClr val="bg2">
                    <a:shade val="25000"/>
                  </a:schemeClr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grayWhite">
          <a:xfrm>
            <a:off x="6462712" y="533400"/>
            <a:ext cx="2240280" cy="4211480"/>
          </a:xfrm>
        </p:spPr>
        <p:txBody>
          <a:bodyPr lIns="91440"/>
          <a:lstStyle>
            <a:lvl1pPr marL="45720" indent="0" algn="l">
              <a:spcBef>
                <a:spcPts val="0"/>
              </a:spcBef>
              <a:buNone/>
              <a:defRPr sz="1400">
                <a:solidFill>
                  <a:srgbClr val="FFFFFF"/>
                </a:solidFill>
              </a:defRPr>
            </a:lvl1pPr>
            <a:lvl2pPr>
              <a:defRPr sz="12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  <a:lvl4pPr>
              <a:defRPr sz="900">
                <a:solidFill>
                  <a:srgbClr val="FFFFFF"/>
                </a:solidFill>
              </a:defRPr>
            </a:lvl4pPr>
            <a:lvl5pPr>
              <a:defRPr sz="900">
                <a:solidFill>
                  <a:srgbClr val="FFFFFF"/>
                </a:solidFill>
              </a:defRPr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7DC0FD1-713F-48CC-A26C-408F4EA331F7}" type="datetimeFigureOut">
              <a:rPr lang="es-ES" smtClean="0"/>
              <a:pPr/>
              <a:t>01/02/2024</a:t>
            </a:fld>
            <a:endParaRPr lang="es-E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D7A904-7E0C-43A4-8FD9-1FB751D8AD2C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21480" y="435768"/>
            <a:ext cx="5925312" cy="4343400"/>
          </a:xfrm>
          <a:prstGeom prst="snipRoundRect">
            <a:avLst>
              <a:gd name="adj1" fmla="val 1040"/>
              <a:gd name="adj2" fmla="val 0"/>
            </a:avLst>
          </a:prstGeom>
          <a:solidFill>
            <a:schemeClr val="bg2">
              <a:shade val="1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2920" y="4983480"/>
            <a:ext cx="8183880" cy="1051560"/>
          </a:xfrm>
        </p:spPr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502920" y="530352"/>
            <a:ext cx="8183880" cy="4187952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7DC0FD1-713F-48CC-A26C-408F4EA331F7}" type="datetimeFigureOut">
              <a:rPr lang="es-ES" smtClean="0"/>
              <a:pPr/>
              <a:t>01/02/2024</a:t>
            </a:fld>
            <a:endParaRPr lang="es-E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D7A904-7E0C-43A4-8FD9-1FB751D8AD2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533404"/>
            <a:ext cx="1981200" cy="5257799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533400" y="533402"/>
            <a:ext cx="5943600" cy="525780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7DC0FD1-713F-48CC-A26C-408F4EA331F7}" type="datetimeFigureOut">
              <a:rPr lang="es-ES" smtClean="0"/>
              <a:pPr/>
              <a:t>01/02/2024</a:t>
            </a:fld>
            <a:endParaRPr lang="es-E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s-E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8D7A904-7E0C-43A4-8FD9-1FB751D8AD2C}" type="slidenum">
              <a:rPr lang="es-ES" smtClean="0"/>
              <a:pPr/>
              <a:t>‹#›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6"/>
          <p:cNvSpPr/>
          <p:nvPr/>
        </p:nvSpPr>
        <p:spPr>
          <a:xfrm>
            <a:off x="304800" y="329184"/>
            <a:ext cx="8532055" cy="6196819"/>
          </a:xfrm>
          <a:prstGeom prst="roundRect">
            <a:avLst>
              <a:gd name="adj" fmla="val 2081"/>
            </a:avLst>
          </a:prstGeom>
          <a:gradFill flip="none" rotWithShape="1">
            <a:gsLst>
              <a:gs pos="0">
                <a:srgbClr val="FFFFFF">
                  <a:shade val="100000"/>
                </a:srgbClr>
              </a:gs>
              <a:gs pos="98000">
                <a:srgbClr val="FFFFFF">
                  <a:shade val="100000"/>
                </a:srgbClr>
              </a:gs>
              <a:gs pos="99055">
                <a:srgbClr val="FFFFFF">
                  <a:shade val="93000"/>
                </a:srgbClr>
              </a:gs>
              <a:gs pos="100000">
                <a:srgbClr val="FFFFFF">
                  <a:shade val="70000"/>
                </a:srgbClr>
              </a:gs>
            </a:gsLst>
            <a:lin ang="5400000" scaled="1"/>
            <a:tileRect/>
          </a:gradFill>
          <a:ln w="2000" cap="rnd" cmpd="sng" algn="ctr">
            <a:solidFill>
              <a:srgbClr val="302F2C">
                <a:tint val="65000"/>
                <a:satMod val="120000"/>
              </a:srgbClr>
            </a:solidFill>
            <a:prstDash val="solid"/>
          </a:ln>
          <a:effectLst>
            <a:outerShdw blurRad="76200" dist="50800" dir="5400000" algn="tl" rotWithShape="0">
              <a:srgbClr val="000000">
                <a:alpha val="2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418596" y="434162"/>
            <a:ext cx="8306809" cy="5486400"/>
          </a:xfrm>
          <a:prstGeom prst="roundRect">
            <a:avLst>
              <a:gd name="adj" fmla="val 2127"/>
            </a:avLst>
          </a:prstGeom>
          <a:gradFill rotWithShape="1">
            <a:gsLst>
              <a:gs pos="0">
                <a:schemeClr val="bg1">
                  <a:tint val="75000"/>
                  <a:satMod val="150000"/>
                </a:schemeClr>
              </a:gs>
              <a:gs pos="55000">
                <a:schemeClr val="bg1">
                  <a:shade val="75000"/>
                  <a:satMod val="100000"/>
                </a:schemeClr>
              </a:gs>
              <a:gs pos="100000">
                <a:schemeClr val="bg1">
                  <a:shade val="35000"/>
                  <a:satMod val="100000"/>
                </a:schemeClr>
              </a:gs>
            </a:gsLst>
            <a:path path="circle">
              <a:fillToRect l="50000" t="175000" r="50000" b="-75000"/>
            </a:path>
          </a:gradFill>
          <a:ln w="889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3" name="Заголовок 12"/>
          <p:cNvSpPr>
            <a:spLocks noGrp="1"/>
          </p:cNvSpPr>
          <p:nvPr>
            <p:ph type="title"/>
          </p:nvPr>
        </p:nvSpPr>
        <p:spPr>
          <a:xfrm>
            <a:off x="502920" y="4985590"/>
            <a:ext cx="8183880" cy="1051560"/>
          </a:xfrm>
          <a:prstGeom prst="rect">
            <a:avLst/>
          </a:prstGeom>
        </p:spPr>
        <p:txBody>
          <a:bodyPr vert="horz" anchor="b">
            <a:normAutofit/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>
          <a:xfrm>
            <a:off x="502920" y="530352"/>
            <a:ext cx="8183880" cy="4187952"/>
          </a:xfrm>
          <a:prstGeom prst="rect">
            <a:avLst/>
          </a:prstGeom>
        </p:spPr>
        <p:txBody>
          <a:bodyPr vert="horz" lIns="182880" tIns="91440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5" name="Дата 24"/>
          <p:cNvSpPr>
            <a:spLocks noGrp="1"/>
          </p:cNvSpPr>
          <p:nvPr>
            <p:ph type="dt" sz="half" idx="2"/>
          </p:nvPr>
        </p:nvSpPr>
        <p:spPr>
          <a:xfrm>
            <a:off x="3776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57DC0FD1-713F-48CC-A26C-408F4EA331F7}" type="datetimeFigureOut">
              <a:rPr lang="es-ES" smtClean="0"/>
              <a:pPr/>
              <a:t>01/02/2024</a:t>
            </a:fld>
            <a:endParaRPr lang="es-ES"/>
          </a:p>
        </p:txBody>
      </p:sp>
      <p:sp>
        <p:nvSpPr>
          <p:cNvPr id="18" name="Нижний колонтитул 17"/>
          <p:cNvSpPr>
            <a:spLocks noGrp="1"/>
          </p:cNvSpPr>
          <p:nvPr>
            <p:ph type="ftr" sz="quarter" idx="3"/>
          </p:nvPr>
        </p:nvSpPr>
        <p:spPr>
          <a:xfrm>
            <a:off x="6062328" y="6111875"/>
            <a:ext cx="22860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endParaRPr lang="es-E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4"/>
          </p:nvPr>
        </p:nvSpPr>
        <p:spPr>
          <a:xfrm>
            <a:off x="8348328" y="6111875"/>
            <a:ext cx="45720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bg2">
                    <a:shade val="50000"/>
                  </a:schemeClr>
                </a:solidFill>
              </a:defRPr>
            </a:lvl1pPr>
            <a:extLst/>
          </a:lstStyle>
          <a:p>
            <a:fld id="{68D7A904-7E0C-43A4-8FD9-1FB751D8AD2C}" type="slidenum">
              <a:rPr lang="es-ES" smtClean="0"/>
              <a:pPr/>
              <a:t>‹#›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wipe dir="d"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accent1">
              <a:tint val="88000"/>
              <a:satMod val="150000"/>
            </a:schemeClr>
          </a:solidFill>
          <a:effectLst>
            <a:outerShdw blurRad="53975" dist="22860" dir="5400000" algn="tl" rotWithShape="0">
              <a:srgbClr val="000000">
                <a:alpha val="5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65176" indent="-265176" algn="l" rtl="0" eaLnBrk="1" latinLnBrk="0" hangingPunct="1">
        <a:spcBef>
          <a:spcPts val="250"/>
        </a:spcBef>
        <a:buClr>
          <a:schemeClr val="accent1"/>
        </a:buClr>
        <a:buSzPct val="80000"/>
        <a:buFont typeface="Wingdings 2"/>
        <a:buChar char=""/>
        <a:defRPr kumimoji="0" sz="2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48640" indent="-201168" algn="l" rtl="0" eaLnBrk="1" latinLnBrk="0" hangingPunct="1">
        <a:spcBef>
          <a:spcPts val="250"/>
        </a:spcBef>
        <a:buClr>
          <a:schemeClr val="accent1"/>
        </a:buClr>
        <a:buSzPct val="100000"/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86384" indent="-182880" algn="l" rtl="0" eaLnBrk="1" latinLnBrk="0" hangingPunct="1">
        <a:spcBef>
          <a:spcPts val="250"/>
        </a:spcBef>
        <a:buClr>
          <a:schemeClr val="accent2">
            <a:tint val="85000"/>
            <a:satMod val="285000"/>
          </a:schemeClr>
        </a:buClr>
        <a:buSzPct val="100000"/>
        <a:buFont typeface="Wingdings 2"/>
        <a:buChar char="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024128" indent="-182880" algn="l" rtl="0" eaLnBrk="1" latinLnBrk="0" hangingPunct="1">
        <a:spcBef>
          <a:spcPts val="230"/>
        </a:spcBef>
        <a:buClr>
          <a:schemeClr val="accent2">
            <a:tint val="85000"/>
            <a:satMod val="285000"/>
          </a:schemeClr>
        </a:buClr>
        <a:buSzPct val="112000"/>
        <a:buFont typeface="Verdana"/>
        <a:buChar char="◦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90472" indent="-182880" algn="l" rtl="0" eaLnBrk="1" latinLnBrk="0" hangingPunct="1">
        <a:spcBef>
          <a:spcPts val="250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7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00784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spcBef>
          <a:spcPts val="257"/>
        </a:spcBef>
        <a:buClr>
          <a:schemeClr val="accent3">
            <a:tint val="85000"/>
            <a:satMod val="275000"/>
          </a:schemeClr>
        </a:buClr>
        <a:buSzPct val="100000"/>
        <a:buFont typeface="Verdana"/>
        <a:buChar char="◦"/>
        <a:defRPr kumimoji="0" sz="15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148840" indent="-182880" algn="l" rtl="0" eaLnBrk="1" latinLnBrk="0" hangingPunct="1">
        <a:spcBef>
          <a:spcPts val="255"/>
        </a:spcBef>
        <a:buClr>
          <a:schemeClr val="accent3">
            <a:tint val="85000"/>
            <a:satMod val="275000"/>
          </a:schemeClr>
        </a:buClr>
        <a:buSzPct val="100000"/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audio" Target="../media/audio2.wav"/><Relationship Id="rId7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microsoft.com/office/2007/relationships/hdphoto" Target="../media/hdphoto2.wdp"/><Relationship Id="rId5" Type="http://schemas.openxmlformats.org/officeDocument/2006/relationships/image" Target="../media/image2.png"/><Relationship Id="rId10" Type="http://schemas.openxmlformats.org/officeDocument/2006/relationships/image" Target="../media/image6.png"/><Relationship Id="rId4" Type="http://schemas.openxmlformats.org/officeDocument/2006/relationships/audio" Target="../media/audio3.wav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audio" Target="../media/audio2.wav"/><Relationship Id="rId7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audio" Target="../media/audio3.wav"/><Relationship Id="rId9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audio" Target="../media/audio2.wav"/><Relationship Id="rId7" Type="http://schemas.openxmlformats.org/officeDocument/2006/relationships/image" Target="../media/image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10" Type="http://schemas.openxmlformats.org/officeDocument/2006/relationships/image" Target="../media/image7.png"/><Relationship Id="rId4" Type="http://schemas.openxmlformats.org/officeDocument/2006/relationships/audio" Target="../media/audio3.wav"/><Relationship Id="rId9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home1.org/wp-content/uploads/2013/03/farm-fence-cartoon2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11228"/>
          <a:stretch/>
        </p:blipFill>
        <p:spPr bwMode="auto">
          <a:xfrm>
            <a:off x="750036" y="2132856"/>
            <a:ext cx="7800708" cy="259228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12 Grupo"/>
          <p:cNvGrpSpPr/>
          <p:nvPr/>
        </p:nvGrpSpPr>
        <p:grpSpPr>
          <a:xfrm>
            <a:off x="492348" y="1598737"/>
            <a:ext cx="3029505" cy="2702415"/>
            <a:chOff x="959211" y="1173719"/>
            <a:chExt cx="1368152" cy="1229086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 bwMode="auto">
            <a:xfrm>
              <a:off x="1035775" y="1173719"/>
              <a:ext cx="1235076" cy="108857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10 CuadroTexto"/>
            <p:cNvSpPr txBox="1"/>
            <p:nvPr/>
          </p:nvSpPr>
          <p:spPr>
            <a:xfrm>
              <a:off x="959211" y="2192835"/>
              <a:ext cx="1368152" cy="209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Д</a:t>
              </a:r>
              <a:r>
                <a:rPr lang="kk-KZ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ұрыс жауап</a:t>
              </a:r>
              <a:endParaRPr lang="es-E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8" name="17 Grupo"/>
          <p:cNvGrpSpPr/>
          <p:nvPr/>
        </p:nvGrpSpPr>
        <p:grpSpPr>
          <a:xfrm>
            <a:off x="6213029" y="1472051"/>
            <a:ext cx="2833237" cy="2909919"/>
            <a:chOff x="6564380" y="941970"/>
            <a:chExt cx="1699147" cy="1742242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 bwMode="auto">
            <a:xfrm>
              <a:off x="6564380" y="941970"/>
              <a:ext cx="1699147" cy="15520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15 CuadroTexto"/>
            <p:cNvSpPr txBox="1"/>
            <p:nvPr/>
          </p:nvSpPr>
          <p:spPr>
            <a:xfrm>
              <a:off x="6729877" y="2407802"/>
              <a:ext cx="1368152" cy="276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k-KZ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Қате жауап</a:t>
              </a:r>
              <a:endParaRPr lang="es-E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0" name="19 CuadroTexto"/>
          <p:cNvSpPr txBox="1"/>
          <p:nvPr/>
        </p:nvSpPr>
        <p:spPr>
          <a:xfrm>
            <a:off x="816392" y="128975"/>
            <a:ext cx="5293768" cy="510778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2400" b="1" dirty="0" smtClean="0"/>
              <a:t>Б</a:t>
            </a:r>
            <a:r>
              <a:rPr lang="kk-KZ" sz="2400" b="1" dirty="0" smtClean="0"/>
              <a:t>үгін аптаның қай күні?</a:t>
            </a:r>
            <a:endParaRPr lang="es-ES" sz="2400" b="1" dirty="0"/>
          </a:p>
        </p:txBody>
      </p:sp>
      <p:sp>
        <p:nvSpPr>
          <p:cNvPr id="24" name="23 CuadroTexto"/>
          <p:cNvSpPr txBox="1"/>
          <p:nvPr/>
        </p:nvSpPr>
        <p:spPr>
          <a:xfrm>
            <a:off x="6180715" y="124490"/>
            <a:ext cx="1775661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k-KZ" sz="2400" b="1" dirty="0" smtClean="0">
                <a:solidFill>
                  <a:srgbClr val="FF0000"/>
                </a:solidFill>
              </a:rPr>
              <a:t>Сәрсенбі</a:t>
            </a:r>
            <a:endParaRPr lang="es-ES" sz="2400" b="1" dirty="0">
              <a:solidFill>
                <a:srgbClr val="FF0000"/>
              </a:solidFill>
            </a:endParaRPr>
          </a:p>
        </p:txBody>
      </p:sp>
      <p:sp>
        <p:nvSpPr>
          <p:cNvPr id="27" name="26 Flecha derecha">
            <a:hlinkClick r:id="" action="ppaction://hlinkshowjump?jump=nextslide"/>
          </p:cNvPr>
          <p:cNvSpPr/>
          <p:nvPr/>
        </p:nvSpPr>
        <p:spPr>
          <a:xfrm>
            <a:off x="7596336" y="5805264"/>
            <a:ext cx="1368152" cy="877217"/>
          </a:xfrm>
          <a:prstGeom prst="rightArrow">
            <a:avLst/>
          </a:prstGeom>
          <a:solidFill>
            <a:srgbClr val="6633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2000" b="1" dirty="0">
                <a:solidFill>
                  <a:schemeClr val="tx1"/>
                </a:solidFill>
              </a:rPr>
              <a:t>Келесі</a:t>
            </a:r>
            <a:endParaRPr lang="es-ES" sz="2000" b="1" dirty="0">
              <a:solidFill>
                <a:schemeClr val="tx1"/>
              </a:solidFill>
            </a:endParaRPr>
          </a:p>
        </p:txBody>
      </p:sp>
      <p:grpSp>
        <p:nvGrpSpPr>
          <p:cNvPr id="25" name="17 Grupo">
            <a:extLst>
              <a:ext uri="{FF2B5EF4-FFF2-40B4-BE49-F238E27FC236}">
                <a16:creationId xmlns:a16="http://schemas.microsoft.com/office/drawing/2014/main" xmlns="" id="{15866E73-B65E-499F-A23E-BC485C81BE0C}"/>
              </a:ext>
            </a:extLst>
          </p:cNvPr>
          <p:cNvGrpSpPr/>
          <p:nvPr/>
        </p:nvGrpSpPr>
        <p:grpSpPr>
          <a:xfrm>
            <a:off x="3368912" y="1598737"/>
            <a:ext cx="2844114" cy="2759783"/>
            <a:chOff x="6564380" y="941970"/>
            <a:chExt cx="1699147" cy="1709468"/>
          </a:xfrm>
        </p:grpSpPr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xmlns="" id="{CDA5737F-196E-4054-9D27-C88AA0BEA82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 bwMode="auto">
            <a:xfrm>
              <a:off x="6564380" y="941970"/>
              <a:ext cx="1699147" cy="15520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15 CuadroTexto">
              <a:extLst>
                <a:ext uri="{FF2B5EF4-FFF2-40B4-BE49-F238E27FC236}">
                  <a16:creationId xmlns:a16="http://schemas.microsoft.com/office/drawing/2014/main" xmlns="" id="{02775534-DF49-4D60-AAEA-777005B03F96}"/>
                </a:ext>
              </a:extLst>
            </p:cNvPr>
            <p:cNvSpPr txBox="1"/>
            <p:nvPr/>
          </p:nvSpPr>
          <p:spPr>
            <a:xfrm>
              <a:off x="6708415" y="2365473"/>
              <a:ext cx="1368152" cy="2859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k-KZ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Қате жауап</a:t>
              </a:r>
              <a:endParaRPr lang="es-E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FC0733DF-6070-42BB-A071-847E274545E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 xmlns="">
                  <a14:imgLayer r:embed="rId8">
                    <a14:imgEffect>
                      <a14:backgroundRemoval t="3025" b="95966" l="7524" r="92006">
                        <a14:foregroundMark x1="7680" y1="20168" x2="12069" y2="23529"/>
                        <a14:foregroundMark x1="90752" y1="7395" x2="88088" y2="7731"/>
                        <a14:foregroundMark x1="75705" y1="89076" x2="77429" y2="91765"/>
                        <a14:foregroundMark x1="92163" y1="3193" x2="92163" y2="3193"/>
                        <a14:foregroundMark x1="77116" y1="95462" x2="76489" y2="959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18989932">
            <a:off x="3176538" y="5385468"/>
            <a:ext cx="2730299" cy="2546281"/>
          </a:xfrm>
          <a:prstGeom prst="rect">
            <a:avLst/>
          </a:prstGeom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3065523" y="6433721"/>
            <a:ext cx="2952328" cy="2952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 xmlns="">
                  <a14:imgLayer r:embed="rId11">
                    <a14:imgEffect>
                      <a14:backgroundRemoval t="9807" b="98960" l="1789" r="97018">
                        <a14:foregroundMark x1="18887" y1="10996" x2="19881" y2="14710"/>
                        <a14:foregroundMark x1="97018" y1="9955" x2="97018" y2="9955"/>
                        <a14:foregroundMark x1="52684" y1="32689" x2="54076" y2="31947"/>
                        <a14:foregroundMark x1="89066" y1="38187" x2="89463" y2="40862"/>
                        <a14:foregroundMark x1="84493" y1="43091" x2="85089" y2="45319"/>
                        <a14:foregroundMark x1="93439" y1="41902" x2="91054" y2="41902"/>
                        <a14:foregroundMark x1="89463" y1="75037" x2="89463" y2="87370"/>
                        <a14:foregroundMark x1="12922" y1="81724" x2="18887" y2="84695"/>
                        <a14:foregroundMark x1="33201" y1="90639" x2="42744" y2="99257"/>
                        <a14:foregroundMark x1="66600" y1="94354" x2="67197" y2="97474"/>
                        <a14:foregroundMark x1="7356" y1="80684" x2="8350" y2="74740"/>
                        <a14:foregroundMark x1="55666" y1="55275" x2="57058" y2="55275"/>
                        <a14:foregroundMark x1="42147" y1="50520" x2="42147" y2="50520"/>
                        <a14:foregroundMark x1="47117" y1="49777" x2="47117" y2="49777"/>
                        <a14:foregroundMark x1="47117" y1="49777" x2="44732" y2="53789"/>
                        <a14:foregroundMark x1="43141" y1="48588" x2="41153" y2="52303"/>
                        <a14:foregroundMark x1="47117" y1="48588" x2="47117" y2="48588"/>
                        <a14:foregroundMark x1="50099" y1="49777" x2="48708" y2="54235"/>
                        <a14:foregroundMark x1="1789" y1="76969" x2="1789" y2="76969"/>
                        <a14:foregroundMark x1="7753" y1="84695" x2="9742" y2="86181"/>
                        <a14:backgroundMark x1="43141" y1="53789" x2="43141" y2="53789"/>
                        <a14:backgroundMark x1="46123" y1="54235" x2="46123" y2="54235"/>
                        <a14:backgroundMark x1="48111" y1="56018" x2="48111" y2="56018"/>
                        <a14:backgroundMark x1="99404" y1="6984" x2="99404" y2="6984"/>
                      </a14:backgroundRemoval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3285859" y="3308385"/>
            <a:ext cx="2431648" cy="3510022"/>
          </a:xfrm>
          <a:prstGeom prst="rect">
            <a:avLst/>
          </a:prstGeom>
          <a:noFill/>
          <a:effectLst>
            <a:glow rad="25400">
              <a:schemeClr val="bg1"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1307604421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16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1600" fill="hold">
                                          <p:stCondLst>
                                            <p:cond delay="3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1600" fill="hold">
                                          <p:stCondLst>
                                            <p:cond delay="4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1600" fill="hold">
                                          <p:stCondLst>
                                            <p:cond delay="6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7.40741E-7 L -0.29635 -0.74005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826" y="-3701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o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xit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9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75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7.40741E-7 L 0.58559 -0.79259 " pathEditMode="relative" rAng="0" ptsTypes="AA">
                                      <p:cBhvr>
                                        <p:cTn id="47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271" y="-3963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o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-7.40741E-7 L 0.21858 -1.31481 " pathEditMode="relative" rAng="0" ptsTypes="AA">
                                      <p:cBhvr>
                                        <p:cTn id="58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920" y="-65741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o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24" grpId="0" animBg="1"/>
      <p:bldP spid="2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home1.org/wp-content/uploads/2013/03/farm-fence-cartoon2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11228"/>
          <a:stretch/>
        </p:blipFill>
        <p:spPr bwMode="auto">
          <a:xfrm>
            <a:off x="750036" y="2132856"/>
            <a:ext cx="7800708" cy="259228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12 Grupo"/>
          <p:cNvGrpSpPr/>
          <p:nvPr/>
        </p:nvGrpSpPr>
        <p:grpSpPr>
          <a:xfrm>
            <a:off x="5946310" y="1401178"/>
            <a:ext cx="2912373" cy="2956015"/>
            <a:chOff x="803740" y="941971"/>
            <a:chExt cx="1699147" cy="1727734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 bwMode="auto">
            <a:xfrm>
              <a:off x="803740" y="941971"/>
              <a:ext cx="1699147" cy="15520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10 CuadroTexto"/>
            <p:cNvSpPr txBox="1"/>
            <p:nvPr/>
          </p:nvSpPr>
          <p:spPr>
            <a:xfrm>
              <a:off x="972311" y="2399871"/>
              <a:ext cx="1368152" cy="2698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k-KZ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Дұрыс жауап</a:t>
              </a:r>
              <a:endParaRPr lang="es-E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7" name="16 Grupo"/>
          <p:cNvGrpSpPr/>
          <p:nvPr/>
        </p:nvGrpSpPr>
        <p:grpSpPr>
          <a:xfrm>
            <a:off x="3255531" y="1354776"/>
            <a:ext cx="2918280" cy="3086422"/>
            <a:chOff x="3624955" y="959578"/>
            <a:chExt cx="1699147" cy="1791583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 bwMode="auto">
            <a:xfrm>
              <a:off x="3624955" y="959578"/>
              <a:ext cx="1699147" cy="15520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14 CuadroTexto"/>
            <p:cNvSpPr txBox="1"/>
            <p:nvPr/>
          </p:nvSpPr>
          <p:spPr>
            <a:xfrm>
              <a:off x="3732273" y="2462194"/>
              <a:ext cx="1368152" cy="28896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k-KZ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Қате жауап</a:t>
              </a:r>
              <a:endParaRPr lang="es-E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8" name="17 Grupo"/>
          <p:cNvGrpSpPr/>
          <p:nvPr/>
        </p:nvGrpSpPr>
        <p:grpSpPr>
          <a:xfrm>
            <a:off x="546024" y="1447725"/>
            <a:ext cx="2802914" cy="2909467"/>
            <a:chOff x="6564380" y="941970"/>
            <a:chExt cx="1699147" cy="1741971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 bwMode="auto">
            <a:xfrm>
              <a:off x="6564380" y="941970"/>
              <a:ext cx="1699147" cy="15520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15 CuadroTexto"/>
            <p:cNvSpPr txBox="1"/>
            <p:nvPr/>
          </p:nvSpPr>
          <p:spPr>
            <a:xfrm>
              <a:off x="6717672" y="2407531"/>
              <a:ext cx="1368152" cy="2764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k-KZ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Қате жауап</a:t>
              </a:r>
              <a:endParaRPr lang="es-E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0" name="19 CuadroTexto"/>
          <p:cNvSpPr txBox="1"/>
          <p:nvPr/>
        </p:nvSpPr>
        <p:spPr>
          <a:xfrm>
            <a:off x="878112" y="188640"/>
            <a:ext cx="5494088" cy="510778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k-KZ" sz="2400" b="1" dirty="0" smtClean="0"/>
              <a:t> </a:t>
            </a:r>
            <a:r>
              <a:rPr lang="ru-RU" sz="2400" b="1" dirty="0" smtClean="0"/>
              <a:t>2. </a:t>
            </a:r>
            <a:r>
              <a:rPr lang="ru-RU" sz="2400" b="1" dirty="0" err="1" smtClean="0"/>
              <a:t>Қандай жыл</a:t>
            </a:r>
            <a:r>
              <a:rPr lang="ru-RU" sz="2400" b="1" dirty="0" smtClean="0"/>
              <a:t> </a:t>
            </a:r>
            <a:r>
              <a:rPr lang="ru-RU" sz="2400" b="1" dirty="0" err="1" smtClean="0"/>
              <a:t>мезгілі</a:t>
            </a:r>
            <a:r>
              <a:rPr lang="ru-RU" sz="2400" b="1" dirty="0" smtClean="0"/>
              <a:t>?</a:t>
            </a:r>
            <a:endParaRPr lang="es-ES" sz="2400" b="1" dirty="0"/>
          </a:p>
        </p:txBody>
      </p:sp>
      <p:sp>
        <p:nvSpPr>
          <p:cNvPr id="24" name="23 CuadroTexto"/>
          <p:cNvSpPr txBox="1"/>
          <p:nvPr/>
        </p:nvSpPr>
        <p:spPr>
          <a:xfrm>
            <a:off x="6540036" y="175519"/>
            <a:ext cx="1592553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k-KZ" sz="2400" b="1" dirty="0" smtClean="0">
                <a:solidFill>
                  <a:srgbClr val="FF0000"/>
                </a:solidFill>
              </a:rPr>
              <a:t>Қыс</a:t>
            </a:r>
            <a:endParaRPr lang="es-ES" sz="2400" b="1" dirty="0">
              <a:solidFill>
                <a:srgbClr val="FF0000"/>
              </a:solidFill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3055799" y="6451667"/>
            <a:ext cx="2880493" cy="2880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26 Flecha derecha">
            <a:hlinkClick r:id="" action="ppaction://hlinkshowjump?jump=nextslide"/>
          </p:cNvPr>
          <p:cNvSpPr/>
          <p:nvPr/>
        </p:nvSpPr>
        <p:spPr>
          <a:xfrm>
            <a:off x="7668344" y="5805264"/>
            <a:ext cx="1296144" cy="877217"/>
          </a:xfrm>
          <a:prstGeom prst="rightArrow">
            <a:avLst/>
          </a:prstGeom>
          <a:solidFill>
            <a:srgbClr val="996600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k-KZ" sz="2000" b="1" dirty="0">
                <a:solidFill>
                  <a:schemeClr val="tx1"/>
                </a:solidFill>
              </a:rPr>
              <a:t>Келесі</a:t>
            </a:r>
            <a:endParaRPr lang="es-ES" sz="2000" b="1" dirty="0">
              <a:solidFill>
                <a:schemeClr val="tx1"/>
              </a:solidFill>
            </a:endParaRP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xmlns="" id="{B8699083-9E04-4B22-A072-297044C10DE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 xmlns="">
                  <a14:imgLayer r:embed="rId9">
                    <a14:imgEffect>
                      <a14:backgroundRemoval t="3025" b="95966" l="7524" r="92006">
                        <a14:foregroundMark x1="7680" y1="20168" x2="12069" y2="23529"/>
                        <a14:foregroundMark x1="90752" y1="7395" x2="88088" y2="7731"/>
                        <a14:foregroundMark x1="75705" y1="89076" x2="77429" y2="91765"/>
                        <a14:foregroundMark x1="92163" y1="3193" x2="92163" y2="3193"/>
                        <a14:foregroundMark x1="77116" y1="95462" x2="76489" y2="959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18989932">
            <a:off x="3176538" y="5385468"/>
            <a:ext cx="2730299" cy="2546281"/>
          </a:xfrm>
          <a:prstGeom prst="rect">
            <a:avLst/>
          </a:prstGeom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3055799" y="2952541"/>
            <a:ext cx="2731465" cy="3899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286801529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16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1600" fill="hold">
                                          <p:stCondLst>
                                            <p:cond delay="32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1600" fill="hold">
                                          <p:stCondLst>
                                            <p:cond delay="48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1600" fill="hold">
                                          <p:stCondLst>
                                            <p:cond delay="64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44444E-6 L 0.34149 -0.72963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66" y="-36481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o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xit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75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44444E-6 L 0.2408 -1.30162 " pathEditMode="relative" rAng="0" ptsTypes="AA">
                                      <p:cBhvr>
                                        <p:cTn id="47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31" y="-65093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o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4.44444E-6 L -0.58785 -0.89745 " pathEditMode="relative" rAng="0" ptsTypes="AA">
                                      <p:cBhvr>
                                        <p:cTn id="58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9392" y="-44884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o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24" grpId="0" animBg="1"/>
      <p:bldP spid="2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home1.org/wp-content/uploads/2013/03/farm-fence-cartoon2.jpg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11228"/>
          <a:stretch/>
        </p:blipFill>
        <p:spPr bwMode="auto">
          <a:xfrm>
            <a:off x="750036" y="2132856"/>
            <a:ext cx="7800708" cy="259228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12 Grupo"/>
          <p:cNvGrpSpPr/>
          <p:nvPr/>
        </p:nvGrpSpPr>
        <p:grpSpPr>
          <a:xfrm>
            <a:off x="3097181" y="1360000"/>
            <a:ext cx="3178325" cy="2983576"/>
            <a:chOff x="822281" y="1003857"/>
            <a:chExt cx="1650208" cy="162713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 bwMode="auto">
            <a:xfrm>
              <a:off x="822281" y="1003857"/>
              <a:ext cx="1650208" cy="15073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10 CuadroTexto"/>
            <p:cNvSpPr txBox="1"/>
            <p:nvPr/>
          </p:nvSpPr>
          <p:spPr>
            <a:xfrm>
              <a:off x="874171" y="2379217"/>
              <a:ext cx="1368152" cy="251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k-KZ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Дұрыс жауап</a:t>
              </a:r>
              <a:endParaRPr lang="es-E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7" name="16 Grupo"/>
          <p:cNvGrpSpPr/>
          <p:nvPr/>
        </p:nvGrpSpPr>
        <p:grpSpPr>
          <a:xfrm>
            <a:off x="651656" y="1375919"/>
            <a:ext cx="2736810" cy="2947367"/>
            <a:chOff x="3755951" y="1079234"/>
            <a:chExt cx="1568151" cy="1607387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 bwMode="auto">
            <a:xfrm>
              <a:off x="3755951" y="1079234"/>
              <a:ext cx="1568151" cy="14324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14 CuadroTexto"/>
            <p:cNvSpPr txBox="1"/>
            <p:nvPr/>
          </p:nvSpPr>
          <p:spPr>
            <a:xfrm>
              <a:off x="3755951" y="2434846"/>
              <a:ext cx="1368152" cy="251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k-KZ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Қате жауап</a:t>
              </a:r>
              <a:endParaRPr lang="es-E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8" name="17 Grupo"/>
          <p:cNvGrpSpPr/>
          <p:nvPr/>
        </p:nvGrpSpPr>
        <p:grpSpPr>
          <a:xfrm>
            <a:off x="5889968" y="1197769"/>
            <a:ext cx="3201774" cy="3132084"/>
            <a:chOff x="6564380" y="941970"/>
            <a:chExt cx="1699147" cy="1708125"/>
          </a:xfrm>
        </p:grpSpPr>
        <p:pic>
          <p:nvPicPr>
            <p:cNvPr id="7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 bwMode="auto">
            <a:xfrm>
              <a:off x="6564380" y="941970"/>
              <a:ext cx="1699147" cy="15520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15 CuadroTexto"/>
            <p:cNvSpPr txBox="1"/>
            <p:nvPr/>
          </p:nvSpPr>
          <p:spPr>
            <a:xfrm>
              <a:off x="6683617" y="2398320"/>
              <a:ext cx="1368152" cy="251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k-KZ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Қате жауап</a:t>
              </a:r>
              <a:endParaRPr lang="es-E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0" name="19 CuadroTexto"/>
          <p:cNvSpPr txBox="1"/>
          <p:nvPr/>
        </p:nvSpPr>
        <p:spPr>
          <a:xfrm>
            <a:off x="878112" y="188640"/>
            <a:ext cx="5091492" cy="510778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k-KZ" sz="2400" b="1" dirty="0" smtClean="0"/>
              <a:t>Қыстың күні күн қандай болады?</a:t>
            </a:r>
            <a:endParaRPr lang="es-ES" sz="2400" b="1" dirty="0"/>
          </a:p>
        </p:txBody>
      </p:sp>
      <p:sp>
        <p:nvSpPr>
          <p:cNvPr id="24" name="23 CuadroTexto"/>
          <p:cNvSpPr txBox="1"/>
          <p:nvPr/>
        </p:nvSpPr>
        <p:spPr>
          <a:xfrm>
            <a:off x="6084168" y="200891"/>
            <a:ext cx="1592553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k-KZ" sz="2400" b="1" dirty="0" smtClean="0">
                <a:solidFill>
                  <a:srgbClr val="FF0000"/>
                </a:solidFill>
              </a:rPr>
              <a:t>Суық</a:t>
            </a:r>
            <a:endParaRPr lang="es-ES" sz="2400" b="1" dirty="0">
              <a:solidFill>
                <a:srgbClr val="FF0000"/>
              </a:solidFill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3245344" y="6251298"/>
            <a:ext cx="2904837" cy="2904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26 Flecha derecha">
            <a:hlinkClick r:id="" action="ppaction://hlinkshowjump?jump=nextslide"/>
          </p:cNvPr>
          <p:cNvSpPr/>
          <p:nvPr/>
        </p:nvSpPr>
        <p:spPr>
          <a:xfrm>
            <a:off x="7524328" y="5805264"/>
            <a:ext cx="1440160" cy="877217"/>
          </a:xfrm>
          <a:prstGeom prst="rightArrow">
            <a:avLst/>
          </a:prstGeom>
          <a:solidFill>
            <a:srgbClr val="9966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b="1" dirty="0" err="1">
                <a:solidFill>
                  <a:schemeClr val="tx1"/>
                </a:solidFill>
              </a:rPr>
              <a:t>Келес</a:t>
            </a:r>
            <a:r>
              <a:rPr lang="kk-KZ" sz="2000" b="1" dirty="0">
                <a:solidFill>
                  <a:schemeClr val="tx1"/>
                </a:solidFill>
              </a:rPr>
              <a:t>і</a:t>
            </a:r>
            <a:endParaRPr lang="es-ES" sz="2000" b="1" dirty="0">
              <a:solidFill>
                <a:schemeClr val="tx1"/>
              </a:solidFill>
            </a:endParaRP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xmlns="" id="{200FDB6D-4B9C-4F5A-8443-57C95812856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 xmlns="">
                  <a14:imgLayer r:embed="rId9">
                    <a14:imgEffect>
                      <a14:backgroundRemoval t="3025" b="95966" l="7524" r="92006">
                        <a14:foregroundMark x1="7680" y1="20168" x2="12069" y2="23529"/>
                        <a14:foregroundMark x1="90752" y1="7395" x2="88088" y2="7731"/>
                        <a14:foregroundMark x1="75705" y1="89076" x2="77429" y2="91765"/>
                        <a14:foregroundMark x1="92163" y1="3193" x2="92163" y2="3193"/>
                        <a14:foregroundMark x1="77116" y1="95462" x2="76489" y2="9596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18989932">
            <a:off x="3332614" y="5252204"/>
            <a:ext cx="2730299" cy="2546281"/>
          </a:xfrm>
          <a:prstGeom prst="rect">
            <a:avLst/>
          </a:prstGeom>
        </p:spPr>
      </p:pic>
      <p:pic>
        <p:nvPicPr>
          <p:cNvPr id="23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 bwMode="auto">
          <a:xfrm>
            <a:off x="3370849" y="2974925"/>
            <a:ext cx="2731465" cy="3899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390507270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8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16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1600" fill="hold">
                                          <p:stCondLst>
                                            <p:cond delay="32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1600" fill="hold">
                                          <p:stCondLst>
                                            <p:cond delay="48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1600" fill="hold">
                                          <p:stCondLst>
                                            <p:cond delay="64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7 L 0.01076 -0.72963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8" y="-36481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o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0-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an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himes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750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7 L -0.61146 -1.01273 " pathEditMode="relative" rAng="0" ptsTypes="AA">
                                      <p:cBhvr>
                                        <p:cTn id="47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573" y="-50648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o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3.7037E-7 L 0.58559 -0.79259 " pathEditMode="relative" rAng="0" ptsTypes="AA">
                                      <p:cBhvr>
                                        <p:cTn id="58" dur="5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271" y="-39630"/>
                                    </p:animMotion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gom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9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0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1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62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63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64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24" grpId="0" animBg="1"/>
      <p:bldP spid="27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Аспект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35000"/>
                <a:satMod val="150000"/>
              </a:schemeClr>
            </a:gs>
            <a:gs pos="45000">
              <a:schemeClr val="phClr">
                <a:shade val="68000"/>
                <a:satMod val="15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0"/>
        </a:gradFill>
        <a:blipFill>
          <a:blip xmlns:r="http://schemas.openxmlformats.org/officeDocument/2006/relationships" r:embed="rId1">
            <a:duotone>
              <a:schemeClr val="phClr">
                <a:shade val="800"/>
                <a:satMod val="150000"/>
              </a:schemeClr>
              <a:schemeClr val="phClr">
                <a:tint val="80000"/>
                <a:satMod val="150000"/>
              </a:schemeClr>
            </a:duotone>
          </a:blip>
          <a:tile tx="0" ty="0" sx="75000" sy="7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Aspect</Template>
  <TotalTime>207</TotalTime>
  <Words>45</Words>
  <Application>Microsoft Office PowerPoint</Application>
  <PresentationFormat>Экран (4:3)</PresentationFormat>
  <Paragraphs>18</Paragraphs>
  <Slides>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4" baseType="lpstr">
      <vt:lpstr>Аспект</vt:lpstr>
      <vt:lpstr>Слайд 1</vt:lpstr>
      <vt:lpstr>Слайд 2</vt:lpstr>
      <vt:lpstr>Слайд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PACKARD</dc:creator>
  <cp:lastModifiedBy>Гульжайнат Макульбекова</cp:lastModifiedBy>
  <cp:revision>37</cp:revision>
  <dcterms:created xsi:type="dcterms:W3CDTF">2014-08-17T18:42:02Z</dcterms:created>
  <dcterms:modified xsi:type="dcterms:W3CDTF">2024-02-01T05:45:09Z</dcterms:modified>
</cp:coreProperties>
</file>