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6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6" r:id="rId18"/>
    <p:sldId id="278" r:id="rId19"/>
    <p:sldId id="279" r:id="rId20"/>
    <p:sldId id="274" r:id="rId21"/>
    <p:sldId id="259" r:id="rId22"/>
  </p:sldIdLst>
  <p:sldSz cx="10801350" cy="7561263"/>
  <p:notesSz cx="6858000" cy="9144000"/>
  <p:defaultTextStyle>
    <a:defPPr>
      <a:defRPr lang="ru-RU"/>
    </a:defPPr>
    <a:lvl1pPr marL="0" algn="l" defTabSz="10492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4637" algn="l" defTabSz="10492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9274" algn="l" defTabSz="10492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3911" algn="l" defTabSz="10492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98548" algn="l" defTabSz="10492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23185" algn="l" defTabSz="10492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47822" algn="l" defTabSz="10492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72459" algn="l" defTabSz="10492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97096" algn="l" defTabSz="10492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97E4FF"/>
    <a:srgbClr val="0066FF"/>
    <a:srgbClr val="FFFF99"/>
    <a:srgbClr val="FFFF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>
        <p:scale>
          <a:sx n="100" d="100"/>
          <a:sy n="100" d="100"/>
        </p:scale>
        <p:origin x="-528" y="414"/>
      </p:cViewPr>
      <p:guideLst>
        <p:guide orient="horz" pos="2382"/>
        <p:guide pos="340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10101" y="2348893"/>
            <a:ext cx="9181148" cy="162077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620203" y="4284716"/>
            <a:ext cx="7560945" cy="193232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46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492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3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985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231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478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724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970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CA0D-11D3-4A0E-BB55-0FF622590CD3}" type="datetimeFigureOut">
              <a:rPr lang="ru-RU" smtClean="0"/>
              <a:pPr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81C73-3407-473D-9563-7E6B60A38C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CA0D-11D3-4A0E-BB55-0FF622590CD3}" type="datetimeFigureOut">
              <a:rPr lang="ru-RU" smtClean="0"/>
              <a:pPr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81C73-3407-473D-9563-7E6B60A38C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3232" y="4858812"/>
            <a:ext cx="9181148" cy="1501751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53232" y="3204786"/>
            <a:ext cx="9181148" cy="1654026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46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492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391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9854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2318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4782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7245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970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CA0D-11D3-4A0E-BB55-0FF622590CD3}" type="datetimeFigureOut">
              <a:rPr lang="ru-RU" smtClean="0"/>
              <a:pPr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81C73-3407-473D-9563-7E6B60A38C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540068" y="1764295"/>
            <a:ext cx="4770596" cy="499008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490686" y="1764295"/>
            <a:ext cx="4770596" cy="499008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CA0D-11D3-4A0E-BB55-0FF622590CD3}" type="datetimeFigureOut">
              <a:rPr lang="ru-RU" smtClean="0"/>
              <a:pPr/>
              <a:t>06.02.2024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81C73-3407-473D-9563-7E6B60A38C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0068" y="1692533"/>
            <a:ext cx="4772472" cy="705367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4637" indent="0">
              <a:buNone/>
              <a:defRPr sz="2300" b="1"/>
            </a:lvl2pPr>
            <a:lvl3pPr marL="1049274" indent="0">
              <a:buNone/>
              <a:defRPr sz="2100" b="1"/>
            </a:lvl3pPr>
            <a:lvl4pPr marL="1573911" indent="0">
              <a:buNone/>
              <a:defRPr sz="1800" b="1"/>
            </a:lvl4pPr>
            <a:lvl5pPr marL="2098548" indent="0">
              <a:buNone/>
              <a:defRPr sz="1800" b="1"/>
            </a:lvl5pPr>
            <a:lvl6pPr marL="2623185" indent="0">
              <a:buNone/>
              <a:defRPr sz="1800" b="1"/>
            </a:lvl6pPr>
            <a:lvl7pPr marL="3147822" indent="0">
              <a:buNone/>
              <a:defRPr sz="1800" b="1"/>
            </a:lvl7pPr>
            <a:lvl8pPr marL="3672459" indent="0">
              <a:buNone/>
              <a:defRPr sz="1800" b="1"/>
            </a:lvl8pPr>
            <a:lvl9pPr marL="4197096" indent="0">
              <a:buNone/>
              <a:defRPr sz="18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40068" y="2397901"/>
            <a:ext cx="4772472" cy="4356478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486936" y="1692533"/>
            <a:ext cx="4774347" cy="705367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4637" indent="0">
              <a:buNone/>
              <a:defRPr sz="2300" b="1"/>
            </a:lvl2pPr>
            <a:lvl3pPr marL="1049274" indent="0">
              <a:buNone/>
              <a:defRPr sz="2100" b="1"/>
            </a:lvl3pPr>
            <a:lvl4pPr marL="1573911" indent="0">
              <a:buNone/>
              <a:defRPr sz="1800" b="1"/>
            </a:lvl4pPr>
            <a:lvl5pPr marL="2098548" indent="0">
              <a:buNone/>
              <a:defRPr sz="1800" b="1"/>
            </a:lvl5pPr>
            <a:lvl6pPr marL="2623185" indent="0">
              <a:buNone/>
              <a:defRPr sz="1800" b="1"/>
            </a:lvl6pPr>
            <a:lvl7pPr marL="3147822" indent="0">
              <a:buNone/>
              <a:defRPr sz="1800" b="1"/>
            </a:lvl7pPr>
            <a:lvl8pPr marL="3672459" indent="0">
              <a:buNone/>
              <a:defRPr sz="1800" b="1"/>
            </a:lvl8pPr>
            <a:lvl9pPr marL="4197096" indent="0">
              <a:buNone/>
              <a:defRPr sz="18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486936" y="2397901"/>
            <a:ext cx="4774347" cy="4356478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CA0D-11D3-4A0E-BB55-0FF622590CD3}" type="datetimeFigureOut">
              <a:rPr lang="ru-RU" smtClean="0"/>
              <a:pPr/>
              <a:t>06.02.2024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81C73-3407-473D-9563-7E6B60A38C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CA0D-11D3-4A0E-BB55-0FF622590CD3}" type="datetimeFigureOut">
              <a:rPr lang="ru-RU" smtClean="0"/>
              <a:pPr/>
              <a:t>06.02.2024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81C73-3407-473D-9563-7E6B60A38C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CA0D-11D3-4A0E-BB55-0FF622590CD3}" type="datetimeFigureOut">
              <a:rPr lang="ru-RU" smtClean="0"/>
              <a:pPr/>
              <a:t>06.02.2024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81C73-3407-473D-9563-7E6B60A38C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0068" y="301050"/>
            <a:ext cx="3553570" cy="128121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23028" y="301051"/>
            <a:ext cx="6038255" cy="6453328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40068" y="1582265"/>
            <a:ext cx="3553570" cy="5172114"/>
          </a:xfrm>
        </p:spPr>
        <p:txBody>
          <a:bodyPr/>
          <a:lstStyle>
            <a:lvl1pPr marL="0" indent="0">
              <a:buNone/>
              <a:defRPr sz="1600"/>
            </a:lvl1pPr>
            <a:lvl2pPr marL="524637" indent="0">
              <a:buNone/>
              <a:defRPr sz="1400"/>
            </a:lvl2pPr>
            <a:lvl3pPr marL="1049274" indent="0">
              <a:buNone/>
              <a:defRPr sz="1100"/>
            </a:lvl3pPr>
            <a:lvl4pPr marL="1573911" indent="0">
              <a:buNone/>
              <a:defRPr sz="1000"/>
            </a:lvl4pPr>
            <a:lvl5pPr marL="2098548" indent="0">
              <a:buNone/>
              <a:defRPr sz="1000"/>
            </a:lvl5pPr>
            <a:lvl6pPr marL="2623185" indent="0">
              <a:buNone/>
              <a:defRPr sz="1000"/>
            </a:lvl6pPr>
            <a:lvl7pPr marL="3147822" indent="0">
              <a:buNone/>
              <a:defRPr sz="1000"/>
            </a:lvl7pPr>
            <a:lvl8pPr marL="3672459" indent="0">
              <a:buNone/>
              <a:defRPr sz="1000"/>
            </a:lvl8pPr>
            <a:lvl9pPr marL="4197096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CA0D-11D3-4A0E-BB55-0FF622590CD3}" type="datetimeFigureOut">
              <a:rPr lang="ru-RU" smtClean="0"/>
              <a:pPr/>
              <a:t>06.02.2024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81C73-3407-473D-9563-7E6B60A38C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17140" y="5292884"/>
            <a:ext cx="6480810" cy="624855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117140" y="675613"/>
            <a:ext cx="6480810" cy="4536758"/>
          </a:xfrm>
        </p:spPr>
        <p:txBody>
          <a:bodyPr/>
          <a:lstStyle>
            <a:lvl1pPr marL="0" indent="0">
              <a:buNone/>
              <a:defRPr sz="3700"/>
            </a:lvl1pPr>
            <a:lvl2pPr marL="524637" indent="0">
              <a:buNone/>
              <a:defRPr sz="3200"/>
            </a:lvl2pPr>
            <a:lvl3pPr marL="1049274" indent="0">
              <a:buNone/>
              <a:defRPr sz="2800"/>
            </a:lvl3pPr>
            <a:lvl4pPr marL="1573911" indent="0">
              <a:buNone/>
              <a:defRPr sz="2300"/>
            </a:lvl4pPr>
            <a:lvl5pPr marL="2098548" indent="0">
              <a:buNone/>
              <a:defRPr sz="2300"/>
            </a:lvl5pPr>
            <a:lvl6pPr marL="2623185" indent="0">
              <a:buNone/>
              <a:defRPr sz="2300"/>
            </a:lvl6pPr>
            <a:lvl7pPr marL="3147822" indent="0">
              <a:buNone/>
              <a:defRPr sz="2300"/>
            </a:lvl7pPr>
            <a:lvl8pPr marL="3672459" indent="0">
              <a:buNone/>
              <a:defRPr sz="2300"/>
            </a:lvl8pPr>
            <a:lvl9pPr marL="4197096" indent="0">
              <a:buNone/>
              <a:defRPr sz="23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117140" y="5917739"/>
            <a:ext cx="6480810" cy="887398"/>
          </a:xfrm>
        </p:spPr>
        <p:txBody>
          <a:bodyPr/>
          <a:lstStyle>
            <a:lvl1pPr marL="0" indent="0">
              <a:buNone/>
              <a:defRPr sz="1600"/>
            </a:lvl1pPr>
            <a:lvl2pPr marL="524637" indent="0">
              <a:buNone/>
              <a:defRPr sz="1400"/>
            </a:lvl2pPr>
            <a:lvl3pPr marL="1049274" indent="0">
              <a:buNone/>
              <a:defRPr sz="1100"/>
            </a:lvl3pPr>
            <a:lvl4pPr marL="1573911" indent="0">
              <a:buNone/>
              <a:defRPr sz="1000"/>
            </a:lvl4pPr>
            <a:lvl5pPr marL="2098548" indent="0">
              <a:buNone/>
              <a:defRPr sz="1000"/>
            </a:lvl5pPr>
            <a:lvl6pPr marL="2623185" indent="0">
              <a:buNone/>
              <a:defRPr sz="1000"/>
            </a:lvl6pPr>
            <a:lvl7pPr marL="3147822" indent="0">
              <a:buNone/>
              <a:defRPr sz="1000"/>
            </a:lvl7pPr>
            <a:lvl8pPr marL="3672459" indent="0">
              <a:buNone/>
              <a:defRPr sz="1000"/>
            </a:lvl8pPr>
            <a:lvl9pPr marL="4197096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CA0D-11D3-4A0E-BB55-0FF622590CD3}" type="datetimeFigureOut">
              <a:rPr lang="ru-RU" smtClean="0"/>
              <a:pPr/>
              <a:t>06.02.2024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81C73-3407-473D-9563-7E6B60A38C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CA0D-11D3-4A0E-BB55-0FF622590CD3}" type="datetimeFigureOut">
              <a:rPr lang="ru-RU" smtClean="0"/>
              <a:pPr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81C73-3407-473D-9563-7E6B60A38C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830979" y="302802"/>
            <a:ext cx="2430304" cy="645157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540067" y="302802"/>
            <a:ext cx="7110889" cy="645157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CA0D-11D3-4A0E-BB55-0FF622590CD3}" type="datetimeFigureOut">
              <a:rPr lang="ru-RU" smtClean="0"/>
              <a:pPr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81C73-3407-473D-9563-7E6B60A38C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0068" y="302801"/>
            <a:ext cx="9721215" cy="1260211"/>
          </a:xfrm>
          <a:prstGeom prst="rect">
            <a:avLst/>
          </a:prstGeom>
        </p:spPr>
        <p:txBody>
          <a:bodyPr vert="horz" lIns="104927" tIns="52464" rIns="104927" bIns="52464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0068" y="1764295"/>
            <a:ext cx="9721215" cy="4990084"/>
          </a:xfrm>
          <a:prstGeom prst="rect">
            <a:avLst/>
          </a:prstGeom>
        </p:spPr>
        <p:txBody>
          <a:bodyPr vert="horz" lIns="104927" tIns="52464" rIns="104927" bIns="52464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40068" y="7008171"/>
            <a:ext cx="2520315" cy="402567"/>
          </a:xfrm>
          <a:prstGeom prst="rect">
            <a:avLst/>
          </a:prstGeom>
        </p:spPr>
        <p:txBody>
          <a:bodyPr vert="horz" lIns="104927" tIns="52464" rIns="104927" bIns="5246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FCA0D-11D3-4A0E-BB55-0FF622590CD3}" type="datetimeFigureOut">
              <a:rPr lang="ru-RU" smtClean="0"/>
              <a:pPr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690461" y="7008171"/>
            <a:ext cx="3420428" cy="402567"/>
          </a:xfrm>
          <a:prstGeom prst="rect">
            <a:avLst/>
          </a:prstGeom>
        </p:spPr>
        <p:txBody>
          <a:bodyPr vert="horz" lIns="104927" tIns="52464" rIns="104927" bIns="5246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740968" y="7008171"/>
            <a:ext cx="2520315" cy="402567"/>
          </a:xfrm>
          <a:prstGeom prst="rect">
            <a:avLst/>
          </a:prstGeom>
        </p:spPr>
        <p:txBody>
          <a:bodyPr vert="horz" lIns="104927" tIns="52464" rIns="104927" bIns="5246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881C73-3407-473D-9563-7E6B60A38C5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49274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3478" indent="-393478" algn="l" defTabSz="1049274" rtl="0" eaLnBrk="1" latinLnBrk="0" hangingPunct="1">
        <a:spcBef>
          <a:spcPct val="20000"/>
        </a:spcBef>
        <a:buFont typeface="Arial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2535" indent="-327898" algn="l" defTabSz="1049274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1593" indent="-262319" algn="l" defTabSz="1049274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36230" indent="-262319" algn="l" defTabSz="1049274" rtl="0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0867" indent="-262319" algn="l" defTabSz="1049274" rtl="0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85504" indent="-262319" algn="l" defTabSz="1049274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10141" indent="-262319" algn="l" defTabSz="1049274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34778" indent="-262319" algn="l" defTabSz="1049274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59415" indent="-262319" algn="l" defTabSz="1049274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4637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9274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3911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98548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23185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47822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72459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97096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jpeg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1612753115_142-p-goluboi-fon-s-kazakhskimi-ornamentami-224.png"/>
          <p:cNvPicPr>
            <a:picLocks noChangeAspect="1"/>
          </p:cNvPicPr>
          <p:nvPr/>
        </p:nvPicPr>
        <p:blipFill>
          <a:blip r:embed="rId2" cstate="print">
            <a:lum bright="-10000" contrast="20000"/>
          </a:blip>
          <a:stretch>
            <a:fillRect/>
          </a:stretch>
        </p:blipFill>
        <p:spPr>
          <a:xfrm rot="5400000">
            <a:off x="1828774" y="-1505782"/>
            <a:ext cx="7215238" cy="105013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14857" y="2204193"/>
            <a:ext cx="52149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k-KZ" sz="6000" b="1" i="1" dirty="0" smtClean="0">
                <a:ln>
                  <a:solidFill>
                    <a:sysClr val="windowText" lastClr="000000"/>
                  </a:solidFill>
                </a:ln>
                <a:solidFill>
                  <a:srgbClr val="C00000"/>
                </a:solidFill>
                <a:effectLst>
                  <a:glow rad="228600">
                    <a:srgbClr val="FFFF99"/>
                  </a:glow>
                </a:effectLst>
                <a:latin typeface="Times New Roman" pitchFamily="18" charset="0"/>
                <a:cs typeface="Times New Roman" pitchFamily="18" charset="0"/>
              </a:rPr>
              <a:t>“Мақал-</a:t>
            </a:r>
          </a:p>
          <a:p>
            <a:pPr algn="ctr"/>
            <a:r>
              <a:rPr lang="kk-KZ" sz="6000" b="1" i="1" dirty="0" smtClean="0">
                <a:ln>
                  <a:solidFill>
                    <a:sysClr val="windowText" lastClr="000000"/>
                  </a:solidFill>
                </a:ln>
                <a:solidFill>
                  <a:srgbClr val="C00000"/>
                </a:solidFill>
                <a:effectLst>
                  <a:glow rad="228600">
                    <a:srgbClr val="FFFF99"/>
                  </a:glow>
                </a:effectLst>
                <a:latin typeface="Times New Roman" pitchFamily="18" charset="0"/>
                <a:cs typeface="Times New Roman" pitchFamily="18" charset="0"/>
              </a:rPr>
              <a:t>Сөздің мәйегі”</a:t>
            </a:r>
          </a:p>
        </p:txBody>
      </p:sp>
      <p:pic>
        <p:nvPicPr>
          <p:cNvPr id="1026" name="Picture 2" descr="C:\Users\User\Downloads\photo_5319293339872383474_y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12243" y="2052439"/>
            <a:ext cx="3204568" cy="32045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уыкуекун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263" y="137293"/>
            <a:ext cx="10572824" cy="7358114"/>
          </a:xfrm>
          <a:prstGeom prst="rect">
            <a:avLst/>
          </a:prstGeom>
        </p:spPr>
      </p:pic>
      <p:sp>
        <p:nvSpPr>
          <p:cNvPr id="13314" name="AutoShape 2" descr="https://free-png.ru/wp-content/uploads/2020/12/7-e5e37050.png"/>
          <p:cNvSpPr>
            <a:spLocks noChangeAspect="1" noChangeArrowheads="1"/>
          </p:cNvSpPr>
          <p:nvPr/>
        </p:nvSpPr>
        <p:spPr bwMode="auto">
          <a:xfrm>
            <a:off x="155575" y="-136525"/>
            <a:ext cx="300038" cy="30003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316" name="AutoShape 4" descr="https://free-png.ru/wp-content/uploads/2020/12/7-e5e37050.png"/>
          <p:cNvSpPr>
            <a:spLocks noChangeAspect="1" noChangeArrowheads="1"/>
          </p:cNvSpPr>
          <p:nvPr/>
        </p:nvSpPr>
        <p:spPr bwMode="auto">
          <a:xfrm>
            <a:off x="155575" y="-136525"/>
            <a:ext cx="300038" cy="30003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3318" name="Picture 6" descr="https://sun6-23.userapi.com/s/v1/if1/poKm2jX6TEMWnlsnfW0c6C9NRQHlxKwr59g31Ax2QJNIlVxcZqXicdBDUy_hawcIgvFzHCbe.jpg?size=1024x1024&amp;quality=96&amp;crop=123,0,1024,1024&amp;ava=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1978" t="8962" r="17082" b="6122"/>
          <a:stretch>
            <a:fillRect/>
          </a:stretch>
        </p:blipFill>
        <p:spPr bwMode="auto">
          <a:xfrm>
            <a:off x="1685899" y="994549"/>
            <a:ext cx="1948157" cy="2714644"/>
          </a:xfrm>
          <a:prstGeom prst="rect">
            <a:avLst/>
          </a:prstGeom>
          <a:noFill/>
        </p:spPr>
      </p:pic>
      <p:pic>
        <p:nvPicPr>
          <p:cNvPr id="13321" name="Picture 9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l="25000" t="11751" r="47422" b="16026"/>
          <a:stretch>
            <a:fillRect/>
          </a:stretch>
        </p:blipFill>
        <p:spPr bwMode="auto">
          <a:xfrm>
            <a:off x="6043617" y="1208863"/>
            <a:ext cx="2000264" cy="294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23" name="Picture 11" descr="https://33-podelki.ru/wp-content/uploads/2018/08/tsifry-trafarety-dlya-vyrezaniya-iz-bumagi-1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43287" y="4137821"/>
            <a:ext cx="1508796" cy="2571768"/>
          </a:xfrm>
          <a:prstGeom prst="rect">
            <a:avLst/>
          </a:prstGeom>
          <a:noFill/>
        </p:spPr>
      </p:pic>
      <p:pic>
        <p:nvPicPr>
          <p:cNvPr id="13325" name="Picture 13" descr="https://cdn3.vectorstock.com/i/1000x1000/40/07/scissors-cut-off-the-ribbon-vector-10104007.jpg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8760"/>
          <a:stretch>
            <a:fillRect/>
          </a:stretch>
        </p:blipFill>
        <p:spPr bwMode="auto">
          <a:xfrm flipV="1">
            <a:off x="6972311" y="4080234"/>
            <a:ext cx="2813052" cy="2772231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4043353" y="2693530"/>
            <a:ext cx="128406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6000" b="1" dirty="0" smtClean="0"/>
              <a:t>рет</a:t>
            </a:r>
            <a:endParaRPr lang="ru-RU" sz="60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5473928" y="5622488"/>
            <a:ext cx="128406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6000" b="1" dirty="0" smtClean="0"/>
              <a:t>рет</a:t>
            </a:r>
            <a:endParaRPr lang="ru-RU" sz="6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уыкуекун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263" y="137293"/>
            <a:ext cx="10572824" cy="7358114"/>
          </a:xfrm>
          <a:prstGeom prst="rect">
            <a:avLst/>
          </a:prstGeom>
        </p:spPr>
      </p:pic>
      <p:pic>
        <p:nvPicPr>
          <p:cNvPr id="6" name="Рисунок 5" descr="7cae5f241afcd10e48698673c72f4519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71519" y="923111"/>
            <a:ext cx="2857520" cy="2943651"/>
          </a:xfrm>
          <a:prstGeom prst="rect">
            <a:avLst/>
          </a:prstGeom>
        </p:spPr>
      </p:pic>
      <p:pic>
        <p:nvPicPr>
          <p:cNvPr id="2050" name="Picture 2" descr="http://cdn2.vectorstock.com/i/1000x1000/60/81/needle-with-thread-vector-8886081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2456"/>
          <a:stretch>
            <a:fillRect/>
          </a:stretch>
        </p:blipFill>
        <p:spPr bwMode="auto">
          <a:xfrm>
            <a:off x="5257799" y="923111"/>
            <a:ext cx="2126504" cy="2010747"/>
          </a:xfrm>
          <a:prstGeom prst="rect">
            <a:avLst/>
          </a:prstGeom>
          <a:noFill/>
        </p:spPr>
      </p:pic>
      <p:pic>
        <p:nvPicPr>
          <p:cNvPr id="2052" name="Picture 4" descr="https://flomaster.top/uploads/posts/2021-11/1636905710_51-flomaster-club-p-kolodets-raskraska-dlya-detei-krasivie-66.jpg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71849" y="3096377"/>
            <a:ext cx="3857652" cy="3857652"/>
          </a:xfrm>
          <a:prstGeom prst="rect">
            <a:avLst/>
          </a:prstGeom>
          <a:noFill/>
        </p:spPr>
      </p:pic>
      <p:sp>
        <p:nvSpPr>
          <p:cNvPr id="9" name="Стрелка вправо 8"/>
          <p:cNvSpPr/>
          <p:nvPr/>
        </p:nvSpPr>
        <p:spPr>
          <a:xfrm>
            <a:off x="4114791" y="2137557"/>
            <a:ext cx="1071570" cy="357190"/>
          </a:xfrm>
          <a:prstGeom prst="rightArrow">
            <a:avLst>
              <a:gd name="adj1" fmla="val 50000"/>
              <a:gd name="adj2" fmla="val 94651"/>
            </a:avLst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7329501" y="5644513"/>
            <a:ext cx="24978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4000" b="1" dirty="0" smtClean="0"/>
              <a:t>қазғандай</a:t>
            </a:r>
            <a:endParaRPr lang="ru-RU" sz="4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7329501" y="2208995"/>
            <a:ext cx="10887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4000" b="1" dirty="0" smtClean="0"/>
              <a:t>мен</a:t>
            </a:r>
            <a:endParaRPr lang="ru-RU" sz="40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уыкуекун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263" y="137293"/>
            <a:ext cx="10572824" cy="7358114"/>
          </a:xfrm>
          <a:prstGeom prst="rect">
            <a:avLst/>
          </a:prstGeom>
        </p:spPr>
      </p:pic>
      <p:pic>
        <p:nvPicPr>
          <p:cNvPr id="5" name="Рисунок 4" descr="нкенекн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42957" y="1065987"/>
            <a:ext cx="3240625" cy="27860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82735" y="1851805"/>
            <a:ext cx="26324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6000" b="1" dirty="0" smtClean="0"/>
              <a:t>қорқақ</a:t>
            </a:r>
            <a:endParaRPr lang="ru-RU" sz="6000" b="1" dirty="0"/>
          </a:p>
        </p:txBody>
      </p:sp>
      <p:pic>
        <p:nvPicPr>
          <p:cNvPr id="17412" name="Picture 4" descr="https://img.razrisyika.ru/kart/36/1200/143650-ruka-dlya-detey-31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30000"/>
          </a:blip>
          <a:srcRect/>
          <a:stretch>
            <a:fillRect/>
          </a:stretch>
        </p:blipFill>
        <p:spPr bwMode="auto">
          <a:xfrm>
            <a:off x="2614593" y="3352003"/>
            <a:ext cx="5194640" cy="3440413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7811867" y="5408174"/>
            <a:ext cx="22322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6000" b="1" dirty="0" smtClean="0"/>
              <a:t>батыр</a:t>
            </a:r>
            <a:endParaRPr lang="ru-RU" sz="60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уыкуекун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263" y="137293"/>
            <a:ext cx="10572824" cy="7358114"/>
          </a:xfrm>
          <a:prstGeom prst="rect">
            <a:avLst/>
          </a:prstGeom>
        </p:spPr>
      </p:pic>
      <p:pic>
        <p:nvPicPr>
          <p:cNvPr id="7" name="Рисунок 6" descr="ыпекве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71518" y="780235"/>
            <a:ext cx="2152549" cy="5072098"/>
          </a:xfrm>
          <a:prstGeom prst="rect">
            <a:avLst/>
          </a:prstGeom>
        </p:spPr>
      </p:pic>
      <p:pic>
        <p:nvPicPr>
          <p:cNvPr id="18436" name="Picture 4" descr="https://moi-raskraski.ru/images/logo/baiterek.png"/>
          <p:cNvPicPr>
            <a:picLocks noChangeAspect="1" noChangeArrowheads="1"/>
          </p:cNvPicPr>
          <p:nvPr/>
        </p:nvPicPr>
        <p:blipFill>
          <a:blip r:embed="rId4" cstate="print"/>
          <a:srcRect l="28526" r="28684"/>
          <a:stretch>
            <a:fillRect/>
          </a:stretch>
        </p:blipFill>
        <p:spPr bwMode="auto">
          <a:xfrm>
            <a:off x="5400675" y="708797"/>
            <a:ext cx="1355292" cy="3167348"/>
          </a:xfrm>
          <a:prstGeom prst="rect">
            <a:avLst/>
          </a:prstGeom>
          <a:noFill/>
        </p:spPr>
      </p:pic>
      <p:sp>
        <p:nvSpPr>
          <p:cNvPr id="9" name="Стрелка вправо 8"/>
          <p:cNvSpPr/>
          <p:nvPr/>
        </p:nvSpPr>
        <p:spPr>
          <a:xfrm>
            <a:off x="3757601" y="2566185"/>
            <a:ext cx="1071570" cy="357190"/>
          </a:xfrm>
          <a:prstGeom prst="rightArrow">
            <a:avLst>
              <a:gd name="adj1" fmla="val 50000"/>
              <a:gd name="adj2" fmla="val 94651"/>
            </a:avLst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 descr="кеунке.png"/>
          <p:cNvPicPr>
            <a:picLocks noChangeAspect="1"/>
          </p:cNvPicPr>
          <p:nvPr/>
        </p:nvPicPr>
        <p:blipFill>
          <a:blip r:embed="rId5" cstate="print">
            <a:lum contrast="10000"/>
          </a:blip>
          <a:stretch>
            <a:fillRect/>
          </a:stretch>
        </p:blipFill>
        <p:spPr>
          <a:xfrm>
            <a:off x="4543419" y="3780631"/>
            <a:ext cx="1453008" cy="3209128"/>
          </a:xfrm>
          <a:prstGeom prst="rect">
            <a:avLst/>
          </a:prstGeom>
        </p:spPr>
      </p:pic>
      <p:sp>
        <p:nvSpPr>
          <p:cNvPr id="13" name="Стрелка вправо 12"/>
          <p:cNvSpPr/>
          <p:nvPr/>
        </p:nvSpPr>
        <p:spPr>
          <a:xfrm>
            <a:off x="6115055" y="5352267"/>
            <a:ext cx="1071570" cy="357190"/>
          </a:xfrm>
          <a:prstGeom prst="rightArrow">
            <a:avLst>
              <a:gd name="adj1" fmla="val 50000"/>
              <a:gd name="adj2" fmla="val 94651"/>
            </a:avLst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438" name="Picture 6" descr="https://catherineasquithgallery.com/uploads/posts/2021-02/1614521707_17-p-listya-na-belom-fone-26.jpg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4817" b="13567"/>
          <a:stretch>
            <a:fillRect/>
          </a:stretch>
        </p:blipFill>
        <p:spPr bwMode="auto">
          <a:xfrm rot="20045405">
            <a:off x="6832900" y="4893006"/>
            <a:ext cx="3729528" cy="195151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уыкуекун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263" y="137293"/>
            <a:ext cx="10572824" cy="7358114"/>
          </a:xfrm>
          <a:prstGeom prst="rect">
            <a:avLst/>
          </a:prstGeom>
        </p:spPr>
      </p:pic>
      <p:pic>
        <p:nvPicPr>
          <p:cNvPr id="3" name="Рисунок 2" descr="2381288a1b7404b3f9db65bbabecf8f0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1659" r="23048" b="7484"/>
          <a:stretch>
            <a:fillRect/>
          </a:stretch>
        </p:blipFill>
        <p:spPr>
          <a:xfrm>
            <a:off x="757205" y="2137557"/>
            <a:ext cx="2470914" cy="45005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78270" y="4280697"/>
            <a:ext cx="209384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6000" b="1" dirty="0" smtClean="0"/>
              <a:t>асқар</a:t>
            </a:r>
            <a:endParaRPr lang="ru-RU" sz="6000" b="1" dirty="0"/>
          </a:p>
        </p:txBody>
      </p:sp>
      <p:sp>
        <p:nvSpPr>
          <p:cNvPr id="19458" name="AutoShape 2" descr="https://thumbs.dreamstime.com/z/high-mountain-landscape-27755704.jpg"/>
          <p:cNvSpPr>
            <a:spLocks noChangeAspect="1" noChangeArrowheads="1"/>
          </p:cNvSpPr>
          <p:nvPr/>
        </p:nvSpPr>
        <p:spPr bwMode="auto">
          <a:xfrm>
            <a:off x="155575" y="-136525"/>
            <a:ext cx="300038" cy="30003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9460" name="AutoShape 4" descr="https://thumbs.dreamstime.com/z/high-mountain-landscape-27755704.jpg"/>
          <p:cNvSpPr>
            <a:spLocks noChangeAspect="1" noChangeArrowheads="1"/>
          </p:cNvSpPr>
          <p:nvPr/>
        </p:nvSpPr>
        <p:spPr bwMode="auto">
          <a:xfrm>
            <a:off x="155575" y="-136525"/>
            <a:ext cx="300038" cy="30003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l="20156" t="8279" r="38828" b="18804"/>
          <a:stretch>
            <a:fillRect/>
          </a:stretch>
        </p:blipFill>
        <p:spPr bwMode="auto">
          <a:xfrm>
            <a:off x="5400675" y="780235"/>
            <a:ext cx="4714908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уыкуекун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263" y="137293"/>
            <a:ext cx="10572824" cy="7358114"/>
          </a:xfrm>
          <a:prstGeom prst="rect">
            <a:avLst/>
          </a:prstGeom>
        </p:spPr>
      </p:pic>
      <p:pic>
        <p:nvPicPr>
          <p:cNvPr id="3" name="Рисунок 2" descr="bcba3ed7d7a237c7228fee3018e9d144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757205" y="1351739"/>
            <a:ext cx="3306376" cy="34353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86229" y="3280565"/>
            <a:ext cx="22365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6000" b="1" dirty="0" smtClean="0"/>
              <a:t>алтын</a:t>
            </a:r>
            <a:endParaRPr lang="ru-RU" sz="6000" b="1" dirty="0"/>
          </a:p>
        </p:txBody>
      </p:sp>
      <p:pic>
        <p:nvPicPr>
          <p:cNvPr id="20482" name="Picture 2" descr="https://bogatyr.club/uploads/posts/2023-02/1677588860_bogatyr-club-p-piratskie-sokrovishcha-foni-instagram-35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l="24148" r="23432"/>
          <a:stretch>
            <a:fillRect/>
          </a:stretch>
        </p:blipFill>
        <p:spPr bwMode="auto">
          <a:xfrm flipH="1">
            <a:off x="6115055" y="2780499"/>
            <a:ext cx="4000528" cy="42926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уыкуекун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263" y="137293"/>
            <a:ext cx="10572824" cy="7358114"/>
          </a:xfrm>
          <a:prstGeom prst="rect">
            <a:avLst/>
          </a:prstGeom>
        </p:spPr>
      </p:pic>
      <p:pic>
        <p:nvPicPr>
          <p:cNvPr id="5" name="Рисунок 4" descr="врпеа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14329" y="622024"/>
            <a:ext cx="4929222" cy="34443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29237" y="2479216"/>
            <a:ext cx="14526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6000" b="1" dirty="0" smtClean="0"/>
              <a:t>сүю</a:t>
            </a:r>
            <a:endParaRPr lang="ru-RU" sz="6000" b="1" dirty="0"/>
          </a:p>
        </p:txBody>
      </p:sp>
      <p:pic>
        <p:nvPicPr>
          <p:cNvPr id="7" name="Рисунок 6" descr="0_94ab7_ba3687dc_XXXL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400411" y="3780631"/>
            <a:ext cx="3649545" cy="31049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86625" y="5566581"/>
            <a:ext cx="30444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4800" b="1" dirty="0" smtClean="0"/>
              <a:t>басталады</a:t>
            </a:r>
            <a:endParaRPr lang="ru-RU" sz="48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уыкуекун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263" y="137293"/>
            <a:ext cx="10572824" cy="7358114"/>
          </a:xfrm>
          <a:prstGeom prst="rect">
            <a:avLst/>
          </a:prstGeom>
        </p:spPr>
      </p:pic>
      <p:pic>
        <p:nvPicPr>
          <p:cNvPr id="23558" name="Picture 6" descr="https://catherineasquithgallery.com/uploads/posts/2021-03/1614605673_15-p-zoloto-na-belom-fone-18.jpg"/>
          <p:cNvPicPr>
            <a:picLocks noChangeAspect="1" noChangeArrowheads="1"/>
          </p:cNvPicPr>
          <p:nvPr/>
        </p:nvPicPr>
        <p:blipFill>
          <a:blip r:embed="rId3" cstate="print"/>
          <a:srcRect l="12475" r="9556" b="2972"/>
          <a:stretch>
            <a:fillRect/>
          </a:stretch>
        </p:blipFill>
        <p:spPr bwMode="auto">
          <a:xfrm>
            <a:off x="1971651" y="3923507"/>
            <a:ext cx="2786082" cy="2600343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088795" y="1764836"/>
            <a:ext cx="209743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6000" b="1" dirty="0" smtClean="0"/>
              <a:t>Ел іші</a:t>
            </a:r>
            <a:endParaRPr lang="ru-RU" sz="6000" b="1" dirty="0"/>
          </a:p>
        </p:txBody>
      </p:sp>
      <p:pic>
        <p:nvPicPr>
          <p:cNvPr id="8" name="Picture 2" descr="https://images.satu.kz/131513893_w640_h640_besiki-besik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4222" t="4501" r="7332" b="4148"/>
          <a:stretch>
            <a:fillRect/>
          </a:stretch>
        </p:blipFill>
        <p:spPr bwMode="auto">
          <a:xfrm>
            <a:off x="5329237" y="1137425"/>
            <a:ext cx="4643470" cy="4039062"/>
          </a:xfrm>
          <a:prstGeom prst="rect">
            <a:avLst/>
          </a:prstGeom>
          <a:noFill/>
        </p:spPr>
      </p:pic>
      <p:sp>
        <p:nvSpPr>
          <p:cNvPr id="9" name="Выгнутая влево стрелка 8"/>
          <p:cNvSpPr/>
          <p:nvPr/>
        </p:nvSpPr>
        <p:spPr>
          <a:xfrm>
            <a:off x="900081" y="2351871"/>
            <a:ext cx="1143008" cy="2786082"/>
          </a:xfrm>
          <a:prstGeom prst="curvedRightArrow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Стрелка вправо 10"/>
          <p:cNvSpPr/>
          <p:nvPr/>
        </p:nvSpPr>
        <p:spPr>
          <a:xfrm>
            <a:off x="4543419" y="4780763"/>
            <a:ext cx="1071570" cy="357190"/>
          </a:xfrm>
          <a:prstGeom prst="rightArrow">
            <a:avLst>
              <a:gd name="adj1" fmla="val 50000"/>
              <a:gd name="adj2" fmla="val 94651"/>
            </a:avLst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уыкуекун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263" y="137293"/>
            <a:ext cx="10572824" cy="7358114"/>
          </a:xfrm>
          <a:prstGeom prst="rect">
            <a:avLst/>
          </a:prstGeom>
        </p:spPr>
      </p:pic>
      <p:pic>
        <p:nvPicPr>
          <p:cNvPr id="3" name="Рисунок 2" descr="2.pn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1519" y="423045"/>
            <a:ext cx="3172649" cy="3143272"/>
          </a:xfrm>
          <a:prstGeom prst="rect">
            <a:avLst/>
          </a:prstGeom>
        </p:spPr>
      </p:pic>
      <p:pic>
        <p:nvPicPr>
          <p:cNvPr id="5" name="Рисунок 4" descr="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flipH="1">
            <a:off x="971518" y="3780631"/>
            <a:ext cx="2859543" cy="2819642"/>
          </a:xfrm>
          <a:prstGeom prst="rect">
            <a:avLst/>
          </a:prstGeom>
        </p:spPr>
      </p:pic>
      <p:pic>
        <p:nvPicPr>
          <p:cNvPr id="6" name="Рисунок 5" descr="3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flipH="1">
            <a:off x="5805725" y="4352135"/>
            <a:ext cx="2238156" cy="2283144"/>
          </a:xfrm>
          <a:prstGeom prst="rect">
            <a:avLst/>
          </a:prstGeom>
        </p:spPr>
      </p:pic>
      <p:pic>
        <p:nvPicPr>
          <p:cNvPr id="7" name="Рисунок 6" descr="4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769200" y="1351739"/>
            <a:ext cx="2203243" cy="21515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08054" y="2709061"/>
            <a:ext cx="164981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4400" b="1" dirty="0" smtClean="0"/>
              <a:t>қарап</a:t>
            </a:r>
            <a:endParaRPr lang="ru-RU" sz="4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234105" y="2709061"/>
            <a:ext cx="1309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4400" b="1" dirty="0" smtClean="0"/>
              <a:t>өсер</a:t>
            </a:r>
            <a:endParaRPr lang="ru-RU" sz="4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114791" y="5797272"/>
            <a:ext cx="164981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4400" b="1" dirty="0" smtClean="0"/>
              <a:t>қарап</a:t>
            </a:r>
            <a:endParaRPr lang="ru-RU" sz="4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8240842" y="5797272"/>
            <a:ext cx="1309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4400" b="1" dirty="0" smtClean="0"/>
              <a:t>өсер</a:t>
            </a:r>
            <a:endParaRPr lang="ru-RU" sz="44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уыкуекун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263" y="137293"/>
            <a:ext cx="10572824" cy="7358114"/>
          </a:xfrm>
          <a:prstGeom prst="rect">
            <a:avLst/>
          </a:prstGeom>
        </p:spPr>
      </p:pic>
      <p:pic>
        <p:nvPicPr>
          <p:cNvPr id="25602" name="Picture 2" descr="https://polinka.top/uploads/posts/2023-05/1683605057_polinka-top-p-ptichka-v-gnezde-kartinki-dlya-detei-insta-1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19024" y="780235"/>
            <a:ext cx="5372905" cy="3786214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5614989" y="2423309"/>
            <a:ext cx="23086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4400" b="1" dirty="0"/>
              <a:t>н</a:t>
            </a:r>
            <a:r>
              <a:rPr lang="kk-KZ" sz="4400" b="1" dirty="0" smtClean="0"/>
              <a:t>е көрсе</a:t>
            </a:r>
            <a:endParaRPr lang="ru-RU" sz="4400" b="1" dirty="0"/>
          </a:p>
        </p:txBody>
      </p:sp>
      <p:pic>
        <p:nvPicPr>
          <p:cNvPr id="6" name="Рисунок 5" descr="3a943e14ef4a0db3baefbaeea1de7d9b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4186229" y="3923507"/>
            <a:ext cx="2571768" cy="28645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1581" y="5566581"/>
            <a:ext cx="27382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4400" b="1" dirty="0"/>
              <a:t>с</a:t>
            </a:r>
            <a:r>
              <a:rPr lang="kk-KZ" sz="4400" b="1" dirty="0" smtClean="0"/>
              <a:t>оны іледі</a:t>
            </a:r>
            <a:endParaRPr lang="ru-RU" sz="44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уыкуекун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263" y="137293"/>
            <a:ext cx="10572824" cy="7358114"/>
          </a:xfrm>
          <a:prstGeom prst="rect">
            <a:avLst/>
          </a:prstGeom>
        </p:spPr>
      </p:pic>
      <p:sp>
        <p:nvSpPr>
          <p:cNvPr id="24578" name="AutoShape 2" descr="https://media.baamboozle.com/uploads/images/129690/1619378784_142298.png"/>
          <p:cNvSpPr>
            <a:spLocks noChangeAspect="1" noChangeArrowheads="1"/>
          </p:cNvSpPr>
          <p:nvPr/>
        </p:nvSpPr>
        <p:spPr bwMode="auto">
          <a:xfrm>
            <a:off x="155575" y="-136525"/>
            <a:ext cx="300038" cy="30003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Стрелка вправо 5"/>
          <p:cNvSpPr/>
          <p:nvPr/>
        </p:nvSpPr>
        <p:spPr>
          <a:xfrm>
            <a:off x="3971915" y="2066119"/>
            <a:ext cx="1071570" cy="357190"/>
          </a:xfrm>
          <a:prstGeom prst="rightArrow">
            <a:avLst>
              <a:gd name="adj1" fmla="val 50000"/>
              <a:gd name="adj2" fmla="val 94651"/>
            </a:avLst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5feb1c273305f5b6943bdcdf65587b9e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00609" y="1137425"/>
            <a:ext cx="2643206" cy="1569990"/>
          </a:xfrm>
          <a:prstGeom prst="rect">
            <a:avLst/>
          </a:prstGeom>
        </p:spPr>
      </p:pic>
      <p:pic>
        <p:nvPicPr>
          <p:cNvPr id="24582" name="Picture 6" descr="https://gas-kvas.com/uploads/posts/2023-01/1673598386_gas-kvas-com-p-detskii-risunok-med-1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72179" y="2780499"/>
            <a:ext cx="3969583" cy="4156604"/>
          </a:xfrm>
          <a:prstGeom prst="rect">
            <a:avLst/>
          </a:prstGeom>
          <a:noFill/>
        </p:spPr>
      </p:pic>
      <p:sp>
        <p:nvSpPr>
          <p:cNvPr id="10" name="Выгнутая влево стрелка 9"/>
          <p:cNvSpPr/>
          <p:nvPr/>
        </p:nvSpPr>
        <p:spPr>
          <a:xfrm>
            <a:off x="4757733" y="2851937"/>
            <a:ext cx="1143008" cy="2786082"/>
          </a:xfrm>
          <a:prstGeom prst="curvedRightArrow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11" name="Рисунок 10" descr="46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28643" y="637359"/>
            <a:ext cx="3301368" cy="44018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уыкуекун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263" y="137293"/>
            <a:ext cx="10572824" cy="7358114"/>
          </a:xfrm>
          <a:prstGeom prst="rect">
            <a:avLst/>
          </a:prstGeom>
        </p:spPr>
      </p:pic>
      <p:pic>
        <p:nvPicPr>
          <p:cNvPr id="6" name="Рисунок 5" descr="қазақ қызы.png"/>
          <p:cNvPicPr>
            <a:picLocks noChangeAspect="1"/>
          </p:cNvPicPr>
          <p:nvPr/>
        </p:nvPicPr>
        <p:blipFill>
          <a:blip r:embed="rId3" cstate="print"/>
          <a:srcRect l="20711" r="20712"/>
          <a:stretch>
            <a:fillRect/>
          </a:stretch>
        </p:blipFill>
        <p:spPr>
          <a:xfrm>
            <a:off x="710688" y="851673"/>
            <a:ext cx="2784835" cy="4500594"/>
          </a:xfrm>
          <a:prstGeom prst="rect">
            <a:avLst/>
          </a:prstGeom>
        </p:spPr>
      </p:pic>
      <p:pic>
        <p:nvPicPr>
          <p:cNvPr id="7" name="Рисунок 6" descr="06e9ac4858945e0a81e867b219d693b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686559" y="994549"/>
            <a:ext cx="1643074" cy="2825854"/>
          </a:xfrm>
          <a:prstGeom prst="rect">
            <a:avLst/>
          </a:prstGeom>
        </p:spPr>
      </p:pic>
      <p:pic>
        <p:nvPicPr>
          <p:cNvPr id="26626" name="Picture 2" descr="https://top-fon.com/uploads/posts/2023-01/1674723917_top-fon-com-p-fon-dlya-prezentatsii-tsvetochnaya-polyana-138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57535" y="3494879"/>
            <a:ext cx="4214842" cy="3378272"/>
          </a:xfrm>
          <a:prstGeom prst="ellipse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3080412" y="2566185"/>
            <a:ext cx="38918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3600" b="1" dirty="0"/>
              <a:t>ө</a:t>
            </a:r>
            <a:r>
              <a:rPr lang="kk-KZ" sz="3600" b="1" dirty="0" smtClean="0"/>
              <a:t>ссе – елдің көркі,</a:t>
            </a:r>
            <a:endParaRPr lang="ru-RU" sz="36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412848" y="2566185"/>
            <a:ext cx="1488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3600" b="1" dirty="0"/>
              <a:t>ө</a:t>
            </a:r>
            <a:r>
              <a:rPr lang="kk-KZ" sz="3600" b="1" dirty="0" smtClean="0"/>
              <a:t>ссе – </a:t>
            </a:r>
            <a:endParaRPr lang="ru-RU" sz="3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864788" y="4923639"/>
            <a:ext cx="1250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3600" b="1" dirty="0" smtClean="0"/>
              <a:t>көркі</a:t>
            </a:r>
            <a:endParaRPr lang="ru-RU" sz="36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уыкуекун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263" y="137293"/>
            <a:ext cx="10572824" cy="7358114"/>
          </a:xfrm>
          <a:prstGeom prst="rect">
            <a:avLst/>
          </a:prstGeom>
        </p:spPr>
      </p:pic>
      <p:pic>
        <p:nvPicPr>
          <p:cNvPr id="27650" name="Picture 2" descr="https://pixy.org/src2/625/6259984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20000"/>
          </a:blip>
          <a:srcRect/>
          <a:stretch>
            <a:fillRect/>
          </a:stretch>
        </p:blipFill>
        <p:spPr bwMode="auto">
          <a:xfrm>
            <a:off x="757205" y="780235"/>
            <a:ext cx="6451040" cy="3857652"/>
          </a:xfrm>
          <a:prstGeom prst="rect">
            <a:avLst/>
          </a:prstGeom>
          <a:noFill/>
        </p:spPr>
      </p:pic>
      <p:pic>
        <p:nvPicPr>
          <p:cNvPr id="5" name="Рисунок 4" descr="нкенекн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900609" y="4780763"/>
            <a:ext cx="2383369" cy="20490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72377" y="2919986"/>
            <a:ext cx="1704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3600" b="1" dirty="0" smtClean="0"/>
              <a:t>көрсең </a:t>
            </a:r>
            <a:endParaRPr lang="ru-RU" sz="36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543815" y="5566581"/>
            <a:ext cx="8691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3600" b="1" dirty="0" smtClean="0"/>
              <a:t>аш </a:t>
            </a:r>
            <a:endParaRPr lang="ru-RU" sz="36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уыкуекун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263" y="137293"/>
            <a:ext cx="10572824" cy="7358114"/>
          </a:xfrm>
          <a:prstGeom prst="rect">
            <a:avLst/>
          </a:prstGeom>
        </p:spPr>
      </p:pic>
      <p:pic>
        <p:nvPicPr>
          <p:cNvPr id="6" name="Рисунок 5" descr="118a9897cbe4e2cc6c314b4a8a456f04.jpg"/>
          <p:cNvPicPr>
            <a:picLocks noChangeAspect="1"/>
          </p:cNvPicPr>
          <p:nvPr/>
        </p:nvPicPr>
        <p:blipFill>
          <a:blip r:embed="rId3" cstate="print"/>
          <a:srcRect l="21519" t="10059" r="19145" b="8395"/>
          <a:stretch>
            <a:fillRect/>
          </a:stretch>
        </p:blipFill>
        <p:spPr>
          <a:xfrm flipH="1">
            <a:off x="1042957" y="851673"/>
            <a:ext cx="1785950" cy="35004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71783" y="2994813"/>
            <a:ext cx="13324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3600" b="1" dirty="0" smtClean="0"/>
              <a:t>білім </a:t>
            </a:r>
            <a:endParaRPr lang="ru-RU" sz="3600" b="1" dirty="0"/>
          </a:p>
        </p:txBody>
      </p:sp>
      <p:pic>
        <p:nvPicPr>
          <p:cNvPr id="8" name="Picture 2" descr="https://pixy.org/src2/625/6259984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20000"/>
          </a:blip>
          <a:srcRect/>
          <a:stretch>
            <a:fillRect/>
          </a:stretch>
        </p:blipFill>
        <p:spPr bwMode="auto">
          <a:xfrm flipH="1">
            <a:off x="4400543" y="1137425"/>
            <a:ext cx="5614794" cy="3357586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971519" y="5423705"/>
            <a:ext cx="2528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3600" b="1" dirty="0" smtClean="0"/>
              <a:t>Білім - өмір</a:t>
            </a:r>
            <a:endParaRPr lang="ru-RU" sz="3600" b="1" dirty="0"/>
          </a:p>
        </p:txBody>
      </p:sp>
      <p:pic>
        <p:nvPicPr>
          <p:cNvPr id="3074" name="Picture 2" descr="https://main-cdn.sbermegamarket.ru/hlr-system/185/483/953/112/514/26/100046609616b0.jpg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28973" y="4346537"/>
            <a:ext cx="2571768" cy="25717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уыкуекун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4091" y="203149"/>
            <a:ext cx="10657259" cy="7358114"/>
          </a:xfrm>
          <a:prstGeom prst="rect">
            <a:avLst/>
          </a:prstGeom>
        </p:spPr>
      </p:pic>
      <p:sp>
        <p:nvSpPr>
          <p:cNvPr id="1030" name="AutoShape 6" descr="https://r3.mt.ru/r15/photoED0E/20163391480-0/jpeg/bp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3" name="Рисунок 12"/>
          <p:cNvPicPr/>
          <p:nvPr/>
        </p:nvPicPr>
        <p:blipFill>
          <a:blip r:embed="rId3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="" xmlns:wpc="http://schemas.microsoft.com/office/word/2010/wordprocessingCanvas" xmlns:mc="http://schemas.openxmlformats.org/markup-compatibility/2006" xmlns:o="urn:schemas-microsoft-com:office:office" xmlns:v="urn:schemas-microsoft-com:vml" xmlns:wp14="http://schemas.microsoft.com/office/word/2010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>
            <a:off x="4680595" y="2556495"/>
            <a:ext cx="2010133" cy="2719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13" descr="C:\Users\User\Desktop\фото 42\5c8b6affd2a77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6179" y="2844527"/>
            <a:ext cx="3240985" cy="244502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Рисунок 14" descr="http://engels-segodnya.ru/files/pages/8146/1430825061general_pages_05_May_2015_i8146_cena_na_xleb_v_aprele_umenshilas_na_0_8_procentov.jpg"/>
          <p:cNvPicPr/>
          <p:nvPr/>
        </p:nvPicPr>
        <p:blipFill>
          <a:blip r:embed="rId5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="" xmlns:wpc="http://schemas.microsoft.com/office/word/2010/wordprocessingCanvas" xmlns:mc="http://schemas.openxmlformats.org/markup-compatibility/2006" xmlns:o="urn:schemas-microsoft-com:office:office" xmlns:v="urn:schemas-microsoft-com:vml" xmlns:wp14="http://schemas.microsoft.com/office/word/2010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>
            <a:off x="7272883" y="2772519"/>
            <a:ext cx="2793724" cy="2290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уыкуекун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4091" y="203149"/>
            <a:ext cx="10657259" cy="7358114"/>
          </a:xfrm>
          <a:prstGeom prst="rect">
            <a:avLst/>
          </a:prstGeom>
        </p:spPr>
      </p:pic>
      <p:sp>
        <p:nvSpPr>
          <p:cNvPr id="1030" name="AutoShape 6" descr="https://r3.mt.ru/r15/photoED0E/20163391480-0/jpeg/bp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4" descr="https://catherineasquithgallery.com/uploads/posts/2021-02/1613640390_64-p-fon-dlya-prezentatsii-kazakhstan-78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8187" y="2916535"/>
            <a:ext cx="2952328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 descr="Утюг Изображения – скачать бесплатно на Freepik"/>
          <p:cNvPicPr/>
          <p:nvPr/>
        </p:nvPicPr>
        <p:blipFill>
          <a:blip r:embed="rId4" cstate="print"/>
          <a:srcRect r="8670"/>
          <a:stretch>
            <a:fillRect/>
          </a:stretch>
        </p:blipFill>
        <p:spPr bwMode="auto">
          <a:xfrm flipH="1">
            <a:off x="4104531" y="1836415"/>
            <a:ext cx="3096344" cy="34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Рисунок 6" descr="http://www.cliparthut.com/clip-arts/197/campfire-cartoon-clip-art-197019.png"/>
          <p:cNvPicPr/>
          <p:nvPr/>
        </p:nvPicPr>
        <p:blipFill>
          <a:blip r:embed="rId5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="" xmlns:wpc="http://schemas.microsoft.com/office/word/2010/wordprocessingCanvas" xmlns:mc="http://schemas.openxmlformats.org/markup-compatibility/2006" xmlns:o="urn:schemas-microsoft-com:office:office" xmlns:v="urn:schemas-microsoft-com:vml" xmlns:wp14="http://schemas.microsoft.com/office/word/2010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 l="1976"/>
          <a:stretch>
            <a:fillRect/>
          </a:stretch>
        </p:blipFill>
        <p:spPr bwMode="auto">
          <a:xfrm>
            <a:off x="7632923" y="2628503"/>
            <a:ext cx="2075469" cy="2736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уыкуекун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4091" y="0"/>
            <a:ext cx="10657259" cy="7358114"/>
          </a:xfrm>
          <a:prstGeom prst="rect">
            <a:avLst/>
          </a:prstGeom>
        </p:spPr>
      </p:pic>
      <p:sp>
        <p:nvSpPr>
          <p:cNvPr id="1030" name="AutoShape 6" descr="https://r3.mt.ru/r15/photoED0E/20163391480-0/jpeg/bp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" name="Рисунок 15" descr="https://catherineasquithgallery.com/uploads/posts/2021-02/1613640390_64-p-fon-dlya-prezentatsii-kazakhstan-78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2163" y="3420591"/>
            <a:ext cx="2624258" cy="1559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Рисунок 16" descr="C:\Users\Админ\Downloads\Downloads msetup\Новая папка\634308_3.pn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04531" y="2556495"/>
            <a:ext cx="2225436" cy="2686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Стрелка вправо 17"/>
          <p:cNvSpPr/>
          <p:nvPr/>
        </p:nvSpPr>
        <p:spPr>
          <a:xfrm>
            <a:off x="7920955" y="3708623"/>
            <a:ext cx="1872208" cy="357190"/>
          </a:xfrm>
          <a:prstGeom prst="rightArrow">
            <a:avLst>
              <a:gd name="adj1" fmla="val 50000"/>
              <a:gd name="adj2" fmla="val 94651"/>
            </a:avLst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уыкуекун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4091" y="203149"/>
            <a:ext cx="10657259" cy="7358114"/>
          </a:xfrm>
          <a:prstGeom prst="rect">
            <a:avLst/>
          </a:prstGeom>
        </p:spPr>
      </p:pic>
      <p:sp>
        <p:nvSpPr>
          <p:cNvPr id="1030" name="AutoShape 6" descr="https://r3.mt.ru/r15/photoED0E/20163391480-0/jpeg/bp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4" descr="https://catherineasquithgallery.com/uploads/posts/2021-02/1613640390_64-p-fon-dlya-prezentatsii-kazakhstan-78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00275" y="1332359"/>
            <a:ext cx="3111776" cy="1849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 descr="https://cdn1.vectorstock.com/i/1000x1000/40/50/cartoon-man-male-parent-family-adult-member-vector-15024050.jpg"/>
          <p:cNvPicPr/>
          <p:nvPr/>
        </p:nvPicPr>
        <p:blipFill>
          <a:blip r:embed="rId4" cstate="print"/>
          <a:srcRect b="7769"/>
          <a:stretch>
            <a:fillRect/>
          </a:stretch>
        </p:blipFill>
        <p:spPr bwMode="auto">
          <a:xfrm>
            <a:off x="6768827" y="1116335"/>
            <a:ext cx="1760408" cy="2504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Рисунок 6" descr="https://oir.mobi/uploads/posts/2020-01/1578227564_45-83.jpg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656259" y="4356695"/>
            <a:ext cx="3586160" cy="23907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Рисунок 7" descr="https://fsd.kopilkaurokov.ru/uploads/user_file_54b74f6ed78d2/img_user_file_54b74f6ed78d2_17.jpg"/>
          <p:cNvPicPr/>
          <p:nvPr/>
        </p:nvPicPr>
        <p:blipFill>
          <a:blip r:embed="rId6" cstate="print"/>
          <a:srcRect l="30697" t="10833" r="29404" b="29722"/>
          <a:stretch>
            <a:fillRect/>
          </a:stretch>
        </p:blipFill>
        <p:spPr bwMode="auto">
          <a:xfrm>
            <a:off x="6768827" y="4284687"/>
            <a:ext cx="2314575" cy="2579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уыкуекун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263" y="137293"/>
            <a:ext cx="10572824" cy="7358114"/>
          </a:xfrm>
          <a:prstGeom prst="rect">
            <a:avLst/>
          </a:prstGeom>
        </p:spPr>
      </p:pic>
      <p:pic>
        <p:nvPicPr>
          <p:cNvPr id="1028" name="Picture 4" descr="https://avatars.mds.yandex.net/i?id=aa964f5eba8b5e9ff6feda7579e5cfbd66da127e-10661409-images-thumbs&amp;n=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43683" y="1923243"/>
            <a:ext cx="2405054" cy="2025309"/>
          </a:xfrm>
          <a:prstGeom prst="rect">
            <a:avLst/>
          </a:prstGeom>
          <a:noFill/>
        </p:spPr>
      </p:pic>
      <p:sp>
        <p:nvSpPr>
          <p:cNvPr id="1030" name="AutoShape 6" descr="https://r3.mt.ru/r15/photoED0E/20163391480-0/jpeg/bp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l="24610" t="28472" r="43359" b="31944"/>
          <a:stretch>
            <a:fillRect/>
          </a:stretch>
        </p:blipFill>
        <p:spPr bwMode="auto">
          <a:xfrm>
            <a:off x="3114659" y="4209259"/>
            <a:ext cx="3857652" cy="2681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8829699" y="2637623"/>
            <a:ext cx="1292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3600" b="1" dirty="0" smtClean="0"/>
              <a:t>тәтті, </a:t>
            </a:r>
            <a:endParaRPr lang="ru-RU" sz="3600" b="1" dirty="0"/>
          </a:p>
        </p:txBody>
      </p:sp>
      <p:sp>
        <p:nvSpPr>
          <p:cNvPr id="10" name="Стрелка вправо 9"/>
          <p:cNvSpPr/>
          <p:nvPr/>
        </p:nvSpPr>
        <p:spPr>
          <a:xfrm>
            <a:off x="5400675" y="2494747"/>
            <a:ext cx="1071570" cy="357190"/>
          </a:xfrm>
          <a:prstGeom prst="rightArrow">
            <a:avLst>
              <a:gd name="adj1" fmla="val 50000"/>
              <a:gd name="adj2" fmla="val 94651"/>
            </a:avLst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вправо 10"/>
          <p:cNvSpPr/>
          <p:nvPr/>
        </p:nvSpPr>
        <p:spPr>
          <a:xfrm>
            <a:off x="1757337" y="5566581"/>
            <a:ext cx="1071570" cy="357190"/>
          </a:xfrm>
          <a:prstGeom prst="rightArrow">
            <a:avLst>
              <a:gd name="adj1" fmla="val 50000"/>
              <a:gd name="adj2" fmla="val 94651"/>
            </a:avLst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7115187" y="5348878"/>
            <a:ext cx="2769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3600" b="1" dirty="0" smtClean="0"/>
              <a:t>жаны -  тәтті </a:t>
            </a:r>
            <a:endParaRPr lang="ru-RU" sz="36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856" y="565921"/>
            <a:ext cx="834478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kk-KZ" sz="2800" b="1" dirty="0" smtClean="0">
                <a:latin typeface="Times New Roman" pitchFamily="18" charset="0"/>
                <a:cs typeface="Times New Roman" pitchFamily="18" charset="0"/>
              </a:rPr>
              <a:t>Жеті рет өлшеп, бір рет кес</a:t>
            </a:r>
          </a:p>
          <a:p>
            <a:pPr marL="457200" indent="-457200">
              <a:buAutoNum type="arabicPeriod"/>
            </a:pPr>
            <a:r>
              <a:rPr lang="kk-KZ" sz="2800" b="1" dirty="0" smtClean="0">
                <a:latin typeface="Times New Roman" pitchFamily="18" charset="0"/>
                <a:cs typeface="Times New Roman" pitchFamily="18" charset="0"/>
              </a:rPr>
              <a:t>Оқу инемен құдық қазғандай</a:t>
            </a:r>
          </a:p>
          <a:p>
            <a:pPr marL="457200" indent="-457200">
              <a:buAutoNum type="arabicPeriod"/>
            </a:pPr>
            <a:r>
              <a:rPr lang="kk-KZ" sz="2800" b="1" dirty="0" smtClean="0">
                <a:latin typeface="Times New Roman" pitchFamily="18" charset="0"/>
                <a:cs typeface="Times New Roman" pitchFamily="18" charset="0"/>
              </a:rPr>
              <a:t>Көз қорқақ, қол батыр</a:t>
            </a:r>
          </a:p>
          <a:p>
            <a:pPr marL="457200" indent="-457200">
              <a:buAutoNum type="arabicPeriod"/>
            </a:pPr>
            <a:r>
              <a:rPr lang="kk-KZ" sz="2800" b="1" dirty="0" smtClean="0">
                <a:latin typeface="Times New Roman" pitchFamily="18" charset="0"/>
                <a:cs typeface="Times New Roman" pitchFamily="18" charset="0"/>
              </a:rPr>
              <a:t>Ата бәйтерек, бала жапырақ</a:t>
            </a:r>
          </a:p>
          <a:p>
            <a:pPr marL="457200" indent="-457200">
              <a:buAutoNum type="arabicPeriod"/>
            </a:pPr>
            <a:r>
              <a:rPr lang="kk-KZ" sz="2800" b="1" dirty="0" smtClean="0">
                <a:latin typeface="Times New Roman" pitchFamily="18" charset="0"/>
                <a:cs typeface="Times New Roman" pitchFamily="18" charset="0"/>
              </a:rPr>
              <a:t>Әке асқар тау</a:t>
            </a:r>
          </a:p>
          <a:p>
            <a:pPr marL="457200" indent="-457200">
              <a:buAutoNum type="arabicPeriod"/>
            </a:pPr>
            <a:r>
              <a:rPr lang="kk-KZ" sz="2800" b="1" dirty="0" smtClean="0">
                <a:latin typeface="Times New Roman" pitchFamily="18" charset="0"/>
                <a:cs typeface="Times New Roman" pitchFamily="18" charset="0"/>
              </a:rPr>
              <a:t>Кітап алтын қазына</a:t>
            </a:r>
          </a:p>
          <a:p>
            <a:pPr marL="457200" indent="-457200">
              <a:buAutoNum type="arabicPeriod"/>
            </a:pPr>
            <a:r>
              <a:rPr lang="kk-KZ" sz="2800" b="1" dirty="0" smtClean="0">
                <a:latin typeface="Times New Roman" pitchFamily="18" charset="0"/>
                <a:cs typeface="Times New Roman" pitchFamily="18" charset="0"/>
              </a:rPr>
              <a:t>Отанды сүю, отбасынан басталады</a:t>
            </a:r>
          </a:p>
          <a:p>
            <a:pPr marL="457200" indent="-457200">
              <a:buAutoNum type="arabicPeriod"/>
            </a:pPr>
            <a:r>
              <a:rPr lang="kk-KZ" sz="2800" b="1" dirty="0" smtClean="0">
                <a:latin typeface="Times New Roman" pitchFamily="18" charset="0"/>
                <a:cs typeface="Times New Roman" pitchFamily="18" charset="0"/>
              </a:rPr>
              <a:t>Ел іші, алтын бесік</a:t>
            </a:r>
          </a:p>
          <a:p>
            <a:pPr marL="457200" indent="-457200">
              <a:buAutoNum type="arabicPeriod"/>
            </a:pPr>
            <a:r>
              <a:rPr lang="kk-KZ" sz="2800" b="1" dirty="0" smtClean="0">
                <a:latin typeface="Times New Roman" pitchFamily="18" charset="0"/>
                <a:cs typeface="Times New Roman" pitchFamily="18" charset="0"/>
              </a:rPr>
              <a:t>Әкеге қарап ұл өсер, анаға қарап қыз өсер</a:t>
            </a:r>
          </a:p>
          <a:p>
            <a:pPr marL="457200" indent="-457200">
              <a:buAutoNum type="arabicPeriod"/>
            </a:pPr>
            <a:r>
              <a:rPr lang="kk-KZ" sz="2800" b="1" dirty="0" smtClean="0">
                <a:latin typeface="Times New Roman" pitchFamily="18" charset="0"/>
                <a:cs typeface="Times New Roman" pitchFamily="18" charset="0"/>
              </a:rPr>
              <a:t>Балапан ұяда не көрсе, ұшқанда соны іледі</a:t>
            </a:r>
          </a:p>
          <a:p>
            <a:pPr marL="457200" indent="-457200">
              <a:buAutoNum type="arabicPeriod"/>
            </a:pPr>
            <a:r>
              <a:rPr lang="kk-KZ" sz="2800" b="1" dirty="0" smtClean="0">
                <a:latin typeface="Times New Roman" pitchFamily="18" charset="0"/>
                <a:cs typeface="Times New Roman" pitchFamily="18" charset="0"/>
              </a:rPr>
              <a:t>Бала тілі – бал</a:t>
            </a:r>
          </a:p>
          <a:p>
            <a:pPr marL="457200" indent="-457200">
              <a:buAutoNum type="arabicPeriod"/>
            </a:pPr>
            <a:r>
              <a:rPr lang="kk-KZ" sz="2800" b="1" dirty="0" smtClean="0">
                <a:latin typeface="Times New Roman" pitchFamily="18" charset="0"/>
                <a:cs typeface="Times New Roman" pitchFamily="18" charset="0"/>
              </a:rPr>
              <a:t>Қыз өссе-елдің көркі, гүл өссе-жердің көркі</a:t>
            </a:r>
          </a:p>
          <a:p>
            <a:pPr marL="457200" indent="-457200">
              <a:buAutoNum type="arabicPeriod"/>
            </a:pPr>
            <a:r>
              <a:rPr lang="kk-KZ" sz="2800" b="1" dirty="0" smtClean="0">
                <a:latin typeface="Times New Roman" pitchFamily="18" charset="0"/>
                <a:cs typeface="Times New Roman" pitchFamily="18" charset="0"/>
              </a:rPr>
              <a:t>Бұлақ көрсең – көзін аш</a:t>
            </a:r>
          </a:p>
          <a:p>
            <a:pPr marL="457200" indent="-457200">
              <a:buAutoNum type="arabicPeriod"/>
            </a:pPr>
            <a:r>
              <a:rPr lang="kk-KZ" sz="2800" b="1" dirty="0" smtClean="0">
                <a:latin typeface="Times New Roman" pitchFamily="18" charset="0"/>
                <a:cs typeface="Times New Roman" pitchFamily="18" charset="0"/>
              </a:rPr>
              <a:t>Оқу-білім бұлағы, білім-өмір шырағы</a:t>
            </a:r>
          </a:p>
          <a:p>
            <a:pPr marL="457200" indent="-457200">
              <a:buAutoNum type="arabicPeriod"/>
            </a:pPr>
            <a:r>
              <a:rPr lang="kk-KZ" sz="2800" b="1" dirty="0" smtClean="0">
                <a:latin typeface="Times New Roman" pitchFamily="18" charset="0"/>
                <a:cs typeface="Times New Roman" pitchFamily="18" charset="0"/>
              </a:rPr>
              <a:t>Еңбектің наны – тәтті, жалқаудың жаны - тәтті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128</Words>
  <Application>Microsoft Office PowerPoint</Application>
  <PresentationFormat>Произвольный</PresentationFormat>
  <Paragraphs>43</Paragraphs>
  <Slides>21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2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61</cp:revision>
  <dcterms:created xsi:type="dcterms:W3CDTF">2024-01-23T05:21:29Z</dcterms:created>
  <dcterms:modified xsi:type="dcterms:W3CDTF">2024-02-06T15:42:29Z</dcterms:modified>
</cp:coreProperties>
</file>